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9"/>
  </p:notesMasterIdLst>
  <p:handoutMasterIdLst>
    <p:handoutMasterId r:id="rId30"/>
  </p:handoutMasterIdLst>
  <p:sldIdLst>
    <p:sldId id="2448" r:id="rId5"/>
    <p:sldId id="2449" r:id="rId6"/>
    <p:sldId id="2450" r:id="rId7"/>
    <p:sldId id="2451" r:id="rId8"/>
    <p:sldId id="2453" r:id="rId9"/>
    <p:sldId id="2454" r:id="rId10"/>
    <p:sldId id="2455" r:id="rId11"/>
    <p:sldId id="2456" r:id="rId12"/>
    <p:sldId id="2457" r:id="rId13"/>
    <p:sldId id="2458" r:id="rId14"/>
    <p:sldId id="2459" r:id="rId15"/>
    <p:sldId id="2460" r:id="rId16"/>
    <p:sldId id="2461" r:id="rId17"/>
    <p:sldId id="2462" r:id="rId18"/>
    <p:sldId id="2463" r:id="rId19"/>
    <p:sldId id="2464" r:id="rId20"/>
    <p:sldId id="2465" r:id="rId21"/>
    <p:sldId id="2466" r:id="rId22"/>
    <p:sldId id="2467" r:id="rId23"/>
    <p:sldId id="2470" r:id="rId24"/>
    <p:sldId id="2468" r:id="rId25"/>
    <p:sldId id="2469" r:id="rId26"/>
    <p:sldId id="2471" r:id="rId27"/>
    <p:sldId id="243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93D81CF-94F2-401A-BA57-92F5A7B2D0C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5033" autoAdjust="0"/>
  </p:normalViewPr>
  <p:slideViewPr>
    <p:cSldViewPr snapToGrid="0">
      <p:cViewPr varScale="1">
        <p:scale>
          <a:sx n="113" d="100"/>
          <a:sy n="113" d="100"/>
        </p:scale>
        <p:origin x="456" y="138"/>
      </p:cViewPr>
      <p:guideLst>
        <p:guide orient="horz" pos="1992"/>
        <p:guide pos="3840"/>
        <p:guide orient="horz" pos="1416"/>
      </p:guideLst>
    </p:cSldViewPr>
  </p:slideViewPr>
  <p:outlineViewPr>
    <p:cViewPr>
      <p:scale>
        <a:sx n="33" d="100"/>
        <a:sy n="33" d="100"/>
      </p:scale>
      <p:origin x="0" y="0"/>
    </p:cViewPr>
  </p:outlineViewPr>
  <p:notesTextViewPr>
    <p:cViewPr>
      <p:scale>
        <a:sx n="1" d="1"/>
        <a:sy n="1" d="1"/>
      </p:scale>
      <p:origin x="0" y="0"/>
    </p:cViewPr>
  </p:notesTextViewPr>
  <p:sorterViewPr>
    <p:cViewPr>
      <p:scale>
        <a:sx n="130" d="100"/>
        <a:sy n="130" d="100"/>
      </p:scale>
      <p:origin x="0" y="0"/>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ush saxena" userId="ab50433135f6956e" providerId="LiveId" clId="{46C27E35-F44D-420A-B77B-ACA79940AAFE}"/>
    <pc:docChg chg="custSel addSld modSld">
      <pc:chgData name="ayush saxena" userId="ab50433135f6956e" providerId="LiveId" clId="{46C27E35-F44D-420A-B77B-ACA79940AAFE}" dt="2023-11-12T17:20:55.805" v="2002" actId="1076"/>
      <pc:docMkLst>
        <pc:docMk/>
      </pc:docMkLst>
      <pc:sldChg chg="modSp mod">
        <pc:chgData name="ayush saxena" userId="ab50433135f6956e" providerId="LiveId" clId="{46C27E35-F44D-420A-B77B-ACA79940AAFE}" dt="2023-11-12T16:07:51.970" v="156" actId="20577"/>
        <pc:sldMkLst>
          <pc:docMk/>
          <pc:sldMk cId="3468774060" sldId="2453"/>
        </pc:sldMkLst>
        <pc:spChg chg="mod">
          <ac:chgData name="ayush saxena" userId="ab50433135f6956e" providerId="LiveId" clId="{46C27E35-F44D-420A-B77B-ACA79940AAFE}" dt="2023-11-12T16:07:51.970" v="156" actId="20577"/>
          <ac:spMkLst>
            <pc:docMk/>
            <pc:sldMk cId="3468774060" sldId="2453"/>
            <ac:spMk id="8" creationId="{93176DA6-27A4-18D5-1F71-19C09C2A13E9}"/>
          </ac:spMkLst>
        </pc:spChg>
      </pc:sldChg>
      <pc:sldChg chg="modSp mod">
        <pc:chgData name="ayush saxena" userId="ab50433135f6956e" providerId="LiveId" clId="{46C27E35-F44D-420A-B77B-ACA79940AAFE}" dt="2023-11-12T15:56:38.051" v="3" actId="20577"/>
        <pc:sldMkLst>
          <pc:docMk/>
          <pc:sldMk cId="514391544" sldId="2460"/>
        </pc:sldMkLst>
        <pc:spChg chg="mod">
          <ac:chgData name="ayush saxena" userId="ab50433135f6956e" providerId="LiveId" clId="{46C27E35-F44D-420A-B77B-ACA79940AAFE}" dt="2023-11-12T15:56:38.051" v="3" actId="20577"/>
          <ac:spMkLst>
            <pc:docMk/>
            <pc:sldMk cId="514391544" sldId="2460"/>
            <ac:spMk id="8" creationId="{A15266D2-F5AE-9B36-2345-F2430CFE8EF5}"/>
          </ac:spMkLst>
        </pc:spChg>
      </pc:sldChg>
      <pc:sldChg chg="modSp mod">
        <pc:chgData name="ayush saxena" userId="ab50433135f6956e" providerId="LiveId" clId="{46C27E35-F44D-420A-B77B-ACA79940AAFE}" dt="2023-11-12T17:05:17.247" v="1223" actId="20577"/>
        <pc:sldMkLst>
          <pc:docMk/>
          <pc:sldMk cId="3169137364" sldId="2461"/>
        </pc:sldMkLst>
        <pc:spChg chg="mod">
          <ac:chgData name="ayush saxena" userId="ab50433135f6956e" providerId="LiveId" clId="{46C27E35-F44D-420A-B77B-ACA79940AAFE}" dt="2023-11-12T17:05:17.247" v="1223" actId="20577"/>
          <ac:spMkLst>
            <pc:docMk/>
            <pc:sldMk cId="3169137364" sldId="2461"/>
            <ac:spMk id="7" creationId="{CEF75EBF-A838-1700-FB0B-0D7D5855C415}"/>
          </ac:spMkLst>
        </pc:spChg>
      </pc:sldChg>
      <pc:sldChg chg="modSp mod">
        <pc:chgData name="ayush saxena" userId="ab50433135f6956e" providerId="LiveId" clId="{46C27E35-F44D-420A-B77B-ACA79940AAFE}" dt="2023-11-12T15:58:58.538" v="92" actId="20577"/>
        <pc:sldMkLst>
          <pc:docMk/>
          <pc:sldMk cId="3865829363" sldId="2462"/>
        </pc:sldMkLst>
        <pc:spChg chg="mod">
          <ac:chgData name="ayush saxena" userId="ab50433135f6956e" providerId="LiveId" clId="{46C27E35-F44D-420A-B77B-ACA79940AAFE}" dt="2023-11-12T15:58:58.538" v="92" actId="20577"/>
          <ac:spMkLst>
            <pc:docMk/>
            <pc:sldMk cId="3865829363" sldId="2462"/>
            <ac:spMk id="6" creationId="{50BA7B07-DFCC-215A-FE55-7045BDDA0451}"/>
          </ac:spMkLst>
        </pc:spChg>
      </pc:sldChg>
      <pc:sldChg chg="addSp delSp modSp mod">
        <pc:chgData name="ayush saxena" userId="ab50433135f6956e" providerId="LiveId" clId="{46C27E35-F44D-420A-B77B-ACA79940AAFE}" dt="2023-11-12T16:20:37.955" v="440" actId="20577"/>
        <pc:sldMkLst>
          <pc:docMk/>
          <pc:sldMk cId="8761216" sldId="2464"/>
        </pc:sldMkLst>
        <pc:spChg chg="add del mod">
          <ac:chgData name="ayush saxena" userId="ab50433135f6956e" providerId="LiveId" clId="{46C27E35-F44D-420A-B77B-ACA79940AAFE}" dt="2023-11-12T16:16:44.004" v="163"/>
          <ac:spMkLst>
            <pc:docMk/>
            <pc:sldMk cId="8761216" sldId="2464"/>
            <ac:spMk id="7" creationId="{18090241-6735-6BD4-1F45-46FA114648B0}"/>
          </ac:spMkLst>
        </pc:spChg>
        <pc:spChg chg="add del mod">
          <ac:chgData name="ayush saxena" userId="ab50433135f6956e" providerId="LiveId" clId="{46C27E35-F44D-420A-B77B-ACA79940AAFE}" dt="2023-11-12T16:16:51.605" v="166"/>
          <ac:spMkLst>
            <pc:docMk/>
            <pc:sldMk cId="8761216" sldId="2464"/>
            <ac:spMk id="9" creationId="{1103DB7B-CC4F-78C0-5C17-586356E462B9}"/>
          </ac:spMkLst>
        </pc:spChg>
        <pc:spChg chg="add mod">
          <ac:chgData name="ayush saxena" userId="ab50433135f6956e" providerId="LiveId" clId="{46C27E35-F44D-420A-B77B-ACA79940AAFE}" dt="2023-11-12T16:20:37.955" v="440" actId="20577"/>
          <ac:spMkLst>
            <pc:docMk/>
            <pc:sldMk cId="8761216" sldId="2464"/>
            <ac:spMk id="11" creationId="{3B1CBB04-B23A-BA00-DEA8-67BC44BEE265}"/>
          </ac:spMkLst>
        </pc:spChg>
        <pc:spChg chg="mod">
          <ac:chgData name="ayush saxena" userId="ab50433135f6956e" providerId="LiveId" clId="{46C27E35-F44D-420A-B77B-ACA79940AAFE}" dt="2023-11-12T16:16:56.887" v="167" actId="1076"/>
          <ac:spMkLst>
            <pc:docMk/>
            <pc:sldMk cId="8761216" sldId="2464"/>
            <ac:spMk id="16" creationId="{8A264492-A4D9-2FC4-BA0A-7B27692EB687}"/>
          </ac:spMkLst>
        </pc:spChg>
      </pc:sldChg>
      <pc:sldChg chg="modSp mod">
        <pc:chgData name="ayush saxena" userId="ab50433135f6956e" providerId="LiveId" clId="{46C27E35-F44D-420A-B77B-ACA79940AAFE}" dt="2023-11-12T17:01:01.349" v="1153" actId="20577"/>
        <pc:sldMkLst>
          <pc:docMk/>
          <pc:sldMk cId="1422716762" sldId="2465"/>
        </pc:sldMkLst>
        <pc:spChg chg="mod">
          <ac:chgData name="ayush saxena" userId="ab50433135f6956e" providerId="LiveId" clId="{46C27E35-F44D-420A-B77B-ACA79940AAFE}" dt="2023-11-12T17:01:01.349" v="1153" actId="20577"/>
          <ac:spMkLst>
            <pc:docMk/>
            <pc:sldMk cId="1422716762" sldId="2465"/>
            <ac:spMk id="13" creationId="{3ABAA46B-C501-EB6C-1473-E553855CA9D0}"/>
          </ac:spMkLst>
        </pc:spChg>
      </pc:sldChg>
      <pc:sldChg chg="addSp modSp mod">
        <pc:chgData name="ayush saxena" userId="ab50433135f6956e" providerId="LiveId" clId="{46C27E35-F44D-420A-B77B-ACA79940AAFE}" dt="2023-11-12T16:58:55.142" v="1100" actId="255"/>
        <pc:sldMkLst>
          <pc:docMk/>
          <pc:sldMk cId="2402328480" sldId="2467"/>
        </pc:sldMkLst>
        <pc:spChg chg="add mod">
          <ac:chgData name="ayush saxena" userId="ab50433135f6956e" providerId="LiveId" clId="{46C27E35-F44D-420A-B77B-ACA79940AAFE}" dt="2023-11-12T16:58:55.142" v="1100" actId="255"/>
          <ac:spMkLst>
            <pc:docMk/>
            <pc:sldMk cId="2402328480" sldId="2467"/>
            <ac:spMk id="7" creationId="{FED1C9D7-E6A7-A8FD-60A0-750F87A76343}"/>
          </ac:spMkLst>
        </pc:spChg>
      </pc:sldChg>
      <pc:sldChg chg="modSp mod">
        <pc:chgData name="ayush saxena" userId="ab50433135f6956e" providerId="LiveId" clId="{46C27E35-F44D-420A-B77B-ACA79940AAFE}" dt="2023-11-12T17:04:45.332" v="1172" actId="20577"/>
        <pc:sldMkLst>
          <pc:docMk/>
          <pc:sldMk cId="1160588025" sldId="2468"/>
        </pc:sldMkLst>
        <pc:spChg chg="mod">
          <ac:chgData name="ayush saxena" userId="ab50433135f6956e" providerId="LiveId" clId="{46C27E35-F44D-420A-B77B-ACA79940AAFE}" dt="2023-11-12T17:04:45.332" v="1172" actId="20577"/>
          <ac:spMkLst>
            <pc:docMk/>
            <pc:sldMk cId="1160588025" sldId="2468"/>
            <ac:spMk id="17" creationId="{CB3E1249-3414-DB74-0904-4796CA1FF9CF}"/>
          </ac:spMkLst>
        </pc:spChg>
        <pc:spChg chg="mod">
          <ac:chgData name="ayush saxena" userId="ab50433135f6956e" providerId="LiveId" clId="{46C27E35-F44D-420A-B77B-ACA79940AAFE}" dt="2023-11-12T16:27:13.917" v="544" actId="20577"/>
          <ac:spMkLst>
            <pc:docMk/>
            <pc:sldMk cId="1160588025" sldId="2468"/>
            <ac:spMk id="20" creationId="{1257F5F4-2F73-FFC1-470C-51DA70D6E792}"/>
          </ac:spMkLst>
        </pc:spChg>
      </pc:sldChg>
      <pc:sldChg chg="addSp delSp modSp add mod">
        <pc:chgData name="ayush saxena" userId="ab50433135f6956e" providerId="LiveId" clId="{46C27E35-F44D-420A-B77B-ACA79940AAFE}" dt="2023-11-12T17:12:14.960" v="1861" actId="20577"/>
        <pc:sldMkLst>
          <pc:docMk/>
          <pc:sldMk cId="511133600" sldId="2470"/>
        </pc:sldMkLst>
        <pc:spChg chg="mod">
          <ac:chgData name="ayush saxena" userId="ab50433135f6956e" providerId="LiveId" clId="{46C27E35-F44D-420A-B77B-ACA79940AAFE}" dt="2023-11-12T17:05:52.800" v="1242" actId="20577"/>
          <ac:spMkLst>
            <pc:docMk/>
            <pc:sldMk cId="511133600" sldId="2470"/>
            <ac:spMk id="4" creationId="{67718387-25A1-B157-844E-DA89ED502F4B}"/>
          </ac:spMkLst>
        </pc:spChg>
        <pc:spChg chg="del">
          <ac:chgData name="ayush saxena" userId="ab50433135f6956e" providerId="LiveId" clId="{46C27E35-F44D-420A-B77B-ACA79940AAFE}" dt="2023-11-12T17:06:07.578" v="1246" actId="478"/>
          <ac:spMkLst>
            <pc:docMk/>
            <pc:sldMk cId="511133600" sldId="2470"/>
            <ac:spMk id="7" creationId="{FED1C9D7-E6A7-A8FD-60A0-750F87A76343}"/>
          </ac:spMkLst>
        </pc:spChg>
        <pc:spChg chg="add mod">
          <ac:chgData name="ayush saxena" userId="ab50433135f6956e" providerId="LiveId" clId="{46C27E35-F44D-420A-B77B-ACA79940AAFE}" dt="2023-11-12T17:12:14.960" v="1861" actId="20577"/>
          <ac:spMkLst>
            <pc:docMk/>
            <pc:sldMk cId="511133600" sldId="2470"/>
            <ac:spMk id="8" creationId="{A0DB063B-A3CE-E931-2736-26E834347D94}"/>
          </ac:spMkLst>
        </pc:spChg>
        <pc:spChg chg="del mod">
          <ac:chgData name="ayush saxena" userId="ab50433135f6956e" providerId="LiveId" clId="{46C27E35-F44D-420A-B77B-ACA79940AAFE}" dt="2023-11-12T17:06:04.253" v="1245" actId="478"/>
          <ac:spMkLst>
            <pc:docMk/>
            <pc:sldMk cId="511133600" sldId="2470"/>
            <ac:spMk id="11" creationId="{0D54082E-7337-3CF7-4B7C-B00CD73CA79D}"/>
          </ac:spMkLst>
        </pc:spChg>
        <pc:spChg chg="del">
          <ac:chgData name="ayush saxena" userId="ab50433135f6956e" providerId="LiveId" clId="{46C27E35-F44D-420A-B77B-ACA79940AAFE}" dt="2023-11-12T17:06:22.875" v="1249" actId="478"/>
          <ac:spMkLst>
            <pc:docMk/>
            <pc:sldMk cId="511133600" sldId="2470"/>
            <ac:spMk id="12" creationId="{A123B811-B1B0-29C2-4887-E477C8E2EADA}"/>
          </ac:spMkLst>
        </pc:spChg>
        <pc:spChg chg="del mod">
          <ac:chgData name="ayush saxena" userId="ab50433135f6956e" providerId="LiveId" clId="{46C27E35-F44D-420A-B77B-ACA79940AAFE}" dt="2023-11-12T17:06:30.494" v="1251" actId="478"/>
          <ac:spMkLst>
            <pc:docMk/>
            <pc:sldMk cId="511133600" sldId="2470"/>
            <ac:spMk id="14" creationId="{8E4A63BE-7D1B-886F-FAAD-9A1F47BC40D3}"/>
          </ac:spMkLst>
        </pc:spChg>
        <pc:spChg chg="del">
          <ac:chgData name="ayush saxena" userId="ab50433135f6956e" providerId="LiveId" clId="{46C27E35-F44D-420A-B77B-ACA79940AAFE}" dt="2023-11-12T17:06:19.720" v="1248" actId="478"/>
          <ac:spMkLst>
            <pc:docMk/>
            <pc:sldMk cId="511133600" sldId="2470"/>
            <ac:spMk id="16" creationId="{115CD35E-3DCB-9F51-0C81-011E31D75066}"/>
          </ac:spMkLst>
        </pc:spChg>
        <pc:spChg chg="del">
          <ac:chgData name="ayush saxena" userId="ab50433135f6956e" providerId="LiveId" clId="{46C27E35-F44D-420A-B77B-ACA79940AAFE}" dt="2023-11-12T17:06:16.355" v="1247" actId="478"/>
          <ac:spMkLst>
            <pc:docMk/>
            <pc:sldMk cId="511133600" sldId="2470"/>
            <ac:spMk id="18" creationId="{9E84B6F8-8CF1-8042-0E41-00DACCE39034}"/>
          </ac:spMkLst>
        </pc:spChg>
        <pc:picChg chg="del">
          <ac:chgData name="ayush saxena" userId="ab50433135f6956e" providerId="LiveId" clId="{46C27E35-F44D-420A-B77B-ACA79940AAFE}" dt="2023-11-12T17:05:57.027" v="1243" actId="478"/>
          <ac:picMkLst>
            <pc:docMk/>
            <pc:sldMk cId="511133600" sldId="2470"/>
            <ac:picMk id="9" creationId="{6BA43F87-0F83-C1B8-54B1-3FF063CFFD2D}"/>
          </ac:picMkLst>
        </pc:picChg>
      </pc:sldChg>
      <pc:sldChg chg="addSp delSp modSp add mod">
        <pc:chgData name="ayush saxena" userId="ab50433135f6956e" providerId="LiveId" clId="{46C27E35-F44D-420A-B77B-ACA79940AAFE}" dt="2023-11-12T17:20:55.805" v="2002" actId="1076"/>
        <pc:sldMkLst>
          <pc:docMk/>
          <pc:sldMk cId="1173894090" sldId="2471"/>
        </pc:sldMkLst>
        <pc:spChg chg="del mod">
          <ac:chgData name="ayush saxena" userId="ab50433135f6956e" providerId="LiveId" clId="{46C27E35-F44D-420A-B77B-ACA79940AAFE}" dt="2023-11-12T17:12:56.518" v="1870" actId="478"/>
          <ac:spMkLst>
            <pc:docMk/>
            <pc:sldMk cId="1173894090" sldId="2471"/>
            <ac:spMk id="4" creationId="{67718387-25A1-B157-844E-DA89ED502F4B}"/>
          </ac:spMkLst>
        </pc:spChg>
        <pc:spChg chg="mod">
          <ac:chgData name="ayush saxena" userId="ab50433135f6956e" providerId="LiveId" clId="{46C27E35-F44D-420A-B77B-ACA79940AAFE}" dt="2023-11-12T17:18:50.122" v="1973" actId="1076"/>
          <ac:spMkLst>
            <pc:docMk/>
            <pc:sldMk cId="1173894090" sldId="2471"/>
            <ac:spMk id="5" creationId="{FCDB79FF-8D55-1490-14E9-A150D65ACA00}"/>
          </ac:spMkLst>
        </pc:spChg>
        <pc:spChg chg="del">
          <ac:chgData name="ayush saxena" userId="ab50433135f6956e" providerId="LiveId" clId="{46C27E35-F44D-420A-B77B-ACA79940AAFE}" dt="2023-11-12T17:12:43.254" v="1866" actId="478"/>
          <ac:spMkLst>
            <pc:docMk/>
            <pc:sldMk cId="1173894090" sldId="2471"/>
            <ac:spMk id="11" creationId="{BBE48D7F-43BF-4F90-511A-111064B54A30}"/>
          </ac:spMkLst>
        </pc:spChg>
        <pc:spChg chg="del">
          <ac:chgData name="ayush saxena" userId="ab50433135f6956e" providerId="LiveId" clId="{46C27E35-F44D-420A-B77B-ACA79940AAFE}" dt="2023-11-12T17:12:40.455" v="1865" actId="478"/>
          <ac:spMkLst>
            <pc:docMk/>
            <pc:sldMk cId="1173894090" sldId="2471"/>
            <ac:spMk id="14" creationId="{0326D4AC-CE1F-9A04-B67B-DC74B76EFB7C}"/>
          </ac:spMkLst>
        </pc:spChg>
        <pc:spChg chg="del">
          <ac:chgData name="ayush saxena" userId="ab50433135f6956e" providerId="LiveId" clId="{46C27E35-F44D-420A-B77B-ACA79940AAFE}" dt="2023-11-12T17:12:36.526" v="1864" actId="478"/>
          <ac:spMkLst>
            <pc:docMk/>
            <pc:sldMk cId="1173894090" sldId="2471"/>
            <ac:spMk id="19" creationId="{45562012-986E-C31C-7CFC-8D7380B7814D}"/>
          </ac:spMkLst>
        </pc:spChg>
        <pc:spChg chg="del">
          <ac:chgData name="ayush saxena" userId="ab50433135f6956e" providerId="LiveId" clId="{46C27E35-F44D-420A-B77B-ACA79940AAFE}" dt="2023-11-12T17:12:52.649" v="1868" actId="478"/>
          <ac:spMkLst>
            <pc:docMk/>
            <pc:sldMk cId="1173894090" sldId="2471"/>
            <ac:spMk id="26" creationId="{8A372C95-8399-49B0-B10C-7C408EE7CFED}"/>
          </ac:spMkLst>
        </pc:spChg>
        <pc:picChg chg="add del mod">
          <ac:chgData name="ayush saxena" userId="ab50433135f6956e" providerId="LiveId" clId="{46C27E35-F44D-420A-B77B-ACA79940AAFE}" dt="2023-11-12T17:19:31.603" v="1982" actId="478"/>
          <ac:picMkLst>
            <pc:docMk/>
            <pc:sldMk cId="1173894090" sldId="2471"/>
            <ac:picMk id="7" creationId="{83BA81FD-6E6F-F7D3-0A87-1F5065D18651}"/>
          </ac:picMkLst>
        </pc:picChg>
        <pc:picChg chg="del">
          <ac:chgData name="ayush saxena" userId="ab50433135f6956e" providerId="LiveId" clId="{46C27E35-F44D-420A-B77B-ACA79940AAFE}" dt="2023-11-12T17:12:49.483" v="1867" actId="478"/>
          <ac:picMkLst>
            <pc:docMk/>
            <pc:sldMk cId="1173894090" sldId="2471"/>
            <ac:picMk id="9" creationId="{7F44473A-50FB-5996-4C84-0A416F8D4904}"/>
          </ac:picMkLst>
        </pc:picChg>
        <pc:picChg chg="add del mod">
          <ac:chgData name="ayush saxena" userId="ab50433135f6956e" providerId="LiveId" clId="{46C27E35-F44D-420A-B77B-ACA79940AAFE}" dt="2023-11-12T17:19:31.603" v="1982" actId="478"/>
          <ac:picMkLst>
            <pc:docMk/>
            <pc:sldMk cId="1173894090" sldId="2471"/>
            <ac:picMk id="10" creationId="{508FA59D-0D3F-F2DD-A379-E610091C9EBE}"/>
          </ac:picMkLst>
        </pc:picChg>
        <pc:picChg chg="add del mod">
          <ac:chgData name="ayush saxena" userId="ab50433135f6956e" providerId="LiveId" clId="{46C27E35-F44D-420A-B77B-ACA79940AAFE}" dt="2023-11-12T17:19:31.603" v="1982" actId="478"/>
          <ac:picMkLst>
            <pc:docMk/>
            <pc:sldMk cId="1173894090" sldId="2471"/>
            <ac:picMk id="13" creationId="{DA557F9A-4BF0-69B2-77B3-27BB09A46864}"/>
          </ac:picMkLst>
        </pc:picChg>
        <pc:picChg chg="del">
          <ac:chgData name="ayush saxena" userId="ab50433135f6956e" providerId="LiveId" clId="{46C27E35-F44D-420A-B77B-ACA79940AAFE}" dt="2023-11-12T17:12:31.636" v="1863" actId="478"/>
          <ac:picMkLst>
            <pc:docMk/>
            <pc:sldMk cId="1173894090" sldId="2471"/>
            <ac:picMk id="16" creationId="{C45AE66C-8D2E-4B04-A332-1782BAD79241}"/>
          </ac:picMkLst>
        </pc:picChg>
        <pc:picChg chg="add del mod">
          <ac:chgData name="ayush saxena" userId="ab50433135f6956e" providerId="LiveId" clId="{46C27E35-F44D-420A-B77B-ACA79940AAFE}" dt="2023-11-12T17:19:31.603" v="1982" actId="478"/>
          <ac:picMkLst>
            <pc:docMk/>
            <pc:sldMk cId="1173894090" sldId="2471"/>
            <ac:picMk id="17" creationId="{68AC95B1-E6FC-9CD9-04F6-BC49F6AA4617}"/>
          </ac:picMkLst>
        </pc:picChg>
        <pc:picChg chg="add mod">
          <ac:chgData name="ayush saxena" userId="ab50433135f6956e" providerId="LiveId" clId="{46C27E35-F44D-420A-B77B-ACA79940AAFE}" dt="2023-11-12T17:19:50.685" v="1986" actId="14100"/>
          <ac:picMkLst>
            <pc:docMk/>
            <pc:sldMk cId="1173894090" sldId="2471"/>
            <ac:picMk id="20" creationId="{14FAF9EF-ACEE-2AC3-0000-A4207BD45D6B}"/>
          </ac:picMkLst>
        </pc:picChg>
        <pc:picChg chg="add mod">
          <ac:chgData name="ayush saxena" userId="ab50433135f6956e" providerId="LiveId" clId="{46C27E35-F44D-420A-B77B-ACA79940AAFE}" dt="2023-11-12T17:20:11.065" v="1991" actId="1076"/>
          <ac:picMkLst>
            <pc:docMk/>
            <pc:sldMk cId="1173894090" sldId="2471"/>
            <ac:picMk id="22" creationId="{B247D579-5291-2A80-D2FB-AA9E5BCFDA33}"/>
          </ac:picMkLst>
        </pc:picChg>
        <pc:picChg chg="add del mod">
          <ac:chgData name="ayush saxena" userId="ab50433135f6956e" providerId="LiveId" clId="{46C27E35-F44D-420A-B77B-ACA79940AAFE}" dt="2023-11-12T17:20:23.093" v="1993" actId="478"/>
          <ac:picMkLst>
            <pc:docMk/>
            <pc:sldMk cId="1173894090" sldId="2471"/>
            <ac:picMk id="24" creationId="{3B367E3A-A4FE-8B6F-E464-76DF83B58171}"/>
          </ac:picMkLst>
        </pc:picChg>
        <pc:picChg chg="add mod">
          <ac:chgData name="ayush saxena" userId="ab50433135f6956e" providerId="LiveId" clId="{46C27E35-F44D-420A-B77B-ACA79940AAFE}" dt="2023-11-12T17:20:55.805" v="2002" actId="1076"/>
          <ac:picMkLst>
            <pc:docMk/>
            <pc:sldMk cId="1173894090" sldId="2471"/>
            <ac:picMk id="27" creationId="{8B00C27D-6062-147D-138B-105E3B26000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11/12/2023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11/12/2023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8B34ED-4CDD-41C9-90F7-D768D5559A6F}" type="slidenum">
              <a:rPr lang="en-US" smtClean="0"/>
              <a:t>24</a:t>
            </a:fld>
            <a:endParaRPr lang="en-US" dirty="0"/>
          </a:p>
        </p:txBody>
      </p:sp>
    </p:spTree>
    <p:extLst>
      <p:ext uri="{BB962C8B-B14F-4D97-AF65-F5344CB8AC3E}">
        <p14:creationId xmlns:p14="http://schemas.microsoft.com/office/powerpoint/2010/main" val="250021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hasCustomPrompt="1"/>
          </p:nvPr>
        </p:nvSpPr>
        <p:spPr>
          <a:xfrm>
            <a:off x="0" y="0"/>
            <a:ext cx="12192000" cy="6858000"/>
          </a:xfrm>
        </p:spPr>
        <p:txBody>
          <a:bodyPr/>
          <a:lstStyle>
            <a:lvl1pPr marL="0" indent="0" algn="ctr">
              <a:buNone/>
              <a:defRPr/>
            </a:lvl1pPr>
          </a:lstStyle>
          <a:p>
            <a:r>
              <a:rPr lang="en-US" dirty="0"/>
              <a:t>Click to add picture</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1060315"/>
            <a:ext cx="11490325" cy="2218959"/>
          </a:xfrm>
        </p:spPr>
        <p:txBody>
          <a:bodyPr anchor="b" anchorCtr="0">
            <a:noAutofit/>
          </a:bodyPr>
          <a:lstStyle>
            <a:lvl1pPr>
              <a:lnSpc>
                <a:spcPct val="150000"/>
              </a:lnSpc>
              <a:spcBef>
                <a:spcPts val="1000"/>
              </a:spcBef>
              <a:defRPr sz="4000" cap="all" spc="300" baseline="0"/>
            </a:lvl1pPr>
          </a:lstStyle>
          <a:p>
            <a:r>
              <a:rPr lang="en-US" dirty="0"/>
              <a:t>Click to add title</a:t>
            </a:r>
          </a:p>
        </p:txBody>
      </p:sp>
      <p:sp>
        <p:nvSpPr>
          <p:cNvPr id="5" name="Text Placeholder 4">
            <a:extLst>
              <a:ext uri="{FF2B5EF4-FFF2-40B4-BE49-F238E27FC236}">
                <a16:creationId xmlns:a16="http://schemas.microsoft.com/office/drawing/2014/main" id="{8CE4A8DD-9B42-2F05-285B-2BC137F74943}"/>
              </a:ext>
            </a:extLst>
          </p:cNvPr>
          <p:cNvSpPr>
            <a:spLocks noGrp="1"/>
          </p:cNvSpPr>
          <p:nvPr>
            <p:ph type="body" sz="quarter" idx="13" hasCustomPrompt="1"/>
          </p:nvPr>
        </p:nvSpPr>
        <p:spPr>
          <a:xfrm>
            <a:off x="3512344" y="3700222"/>
            <a:ext cx="5167313" cy="603250"/>
          </a:xfrm>
          <a:gradFill>
            <a:gsLst>
              <a:gs pos="0">
                <a:schemeClr val="accent5"/>
              </a:gs>
              <a:gs pos="45000">
                <a:schemeClr val="accent1"/>
              </a:gs>
              <a:gs pos="100000">
                <a:schemeClr val="accent2"/>
              </a:gs>
            </a:gsLst>
            <a:lin ang="10800000" scaled="0"/>
          </a:gradFill>
        </p:spPr>
        <p:txBody>
          <a:bodyPr anchor="ctr" anchorCtr="0"/>
          <a:lstStyle>
            <a:lvl1pPr marL="0" indent="0" algn="ctr">
              <a:lnSpc>
                <a:spcPct val="100000"/>
              </a:lnSpc>
              <a:spcBef>
                <a:spcPts val="0"/>
              </a:spcBef>
              <a:buNone/>
              <a:defRPr sz="1800" cap="all" spc="300" baseline="0"/>
            </a:lvl1pPr>
          </a:lstStyle>
          <a:p>
            <a:pPr lvl="0"/>
            <a:r>
              <a:rPr lang="en-US" dirty="0"/>
              <a:t>Click to add subtitle</a:t>
            </a:r>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922140"/>
            <a:ext cx="5167313" cy="848311"/>
          </a:xfrm>
        </p:spPr>
        <p:txBody>
          <a:bodyPr>
            <a:normAutofit/>
          </a:bodyPr>
          <a:lstStyle>
            <a:lvl1pPr marL="0" indent="0" algn="ctr">
              <a:buNone/>
              <a:defRPr sz="1800" spc="300">
                <a:solidFill>
                  <a:schemeClr val="tx1"/>
                </a:solidFill>
              </a:defRPr>
            </a:lvl1pPr>
            <a:lvl2pPr marL="457200" indent="0">
              <a:buNone/>
              <a:defRPr/>
            </a:lvl2pPr>
          </a:lstStyle>
          <a:p>
            <a:pPr lvl="0"/>
            <a:r>
              <a:rPr lang="en-US" dirty="0"/>
              <a:t>Click to add text</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20" y="136525"/>
            <a:ext cx="4846320" cy="1692311"/>
          </a:xfrm>
        </p:spPr>
        <p:txBody>
          <a:bodyPr anchor="b" anchorCtr="0">
            <a:noAutofit/>
          </a:bodyPr>
          <a:lstStyle>
            <a:lvl1pPr algn="l">
              <a:lnSpc>
                <a:spcPct val="100000"/>
              </a:lnSpc>
              <a:spcBef>
                <a:spcPts val="1000"/>
              </a:spcBef>
              <a:defRPr sz="3200" baseline="0"/>
            </a:lvl1pPr>
          </a:lstStyle>
          <a:p>
            <a:r>
              <a:rPr lang="en-US" dirty="0"/>
              <a:t>Add title</a:t>
            </a:r>
          </a:p>
        </p:txBody>
      </p:sp>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hasCustomPrompt="1"/>
          </p:nvPr>
        </p:nvSpPr>
        <p:spPr>
          <a:xfrm>
            <a:off x="0" y="0"/>
            <a:ext cx="6096000" cy="6858000"/>
          </a:xfrm>
          <a:prstGeom prst="parallelogram">
            <a:avLst/>
          </a:prstGeom>
          <a:effectLst/>
        </p:spPr>
        <p:txBody>
          <a:bodyPr anchor="t"/>
          <a:lstStyle>
            <a:lvl1pPr marL="0" indent="0" algn="ctr">
              <a:buNone/>
              <a:defRPr/>
            </a:lvl1pPr>
          </a:lstStyle>
          <a:p>
            <a:r>
              <a:rPr lang="en-US" dirty="0"/>
              <a:t>Click to add picture</a:t>
            </a:r>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rmAutofit/>
          </a:bodyPr>
          <a:lstStyle>
            <a:lvl1pPr marL="0" indent="0">
              <a:buNone/>
              <a:defRPr sz="1800" cap="all" spc="300" baseline="0"/>
            </a:lvl1pPr>
          </a:lstStyle>
          <a:p>
            <a:pPr lvl="0"/>
            <a:r>
              <a:rPr lang="en-US" dirty="0"/>
              <a:t>Click to add text</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0E4A3-5566-43FE-A59F-2C4F4FE7F32A}"/>
              </a:ext>
            </a:extLst>
          </p:cNvPr>
          <p:cNvSpPr>
            <a:spLocks noGrp="1"/>
          </p:cNvSpPr>
          <p:nvPr>
            <p:ph type="title" hasCustomPrompt="1"/>
          </p:nvPr>
        </p:nvSpPr>
        <p:spPr>
          <a:xfrm>
            <a:off x="6095999" y="24572"/>
            <a:ext cx="5897217" cy="1471703"/>
          </a:xfrm>
        </p:spPr>
        <p:txBody>
          <a:bodyPr lIns="91440" rIns="91440" anchor="b" anchorCtr="0">
            <a:noAutofit/>
          </a:bodyPr>
          <a:lstStyle>
            <a:lvl1pPr algn="l">
              <a:lnSpc>
                <a:spcPct val="100000"/>
              </a:lnSpc>
              <a:spcBef>
                <a:spcPts val="0"/>
              </a:spcBef>
              <a:defRPr sz="3200">
                <a:solidFill>
                  <a:schemeClr val="tx1"/>
                </a:solidFill>
              </a:defRPr>
            </a:lvl1pPr>
          </a:lstStyle>
          <a:p>
            <a:r>
              <a:rPr lang="en-US" dirty="0"/>
              <a:t>Click to add title</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hasCustomPrompt="1"/>
          </p:nvPr>
        </p:nvSpPr>
        <p:spPr>
          <a:xfrm>
            <a:off x="0" y="0"/>
            <a:ext cx="5416550" cy="6858000"/>
          </a:xfrm>
          <a:effectLst/>
        </p:spPr>
        <p:txBody>
          <a:bodyPr anchor="t"/>
          <a:lstStyle>
            <a:lvl1pPr marL="0" indent="0" algn="ctr">
              <a:buNone/>
              <a:defRPr/>
            </a:lvl1pPr>
          </a:lstStyle>
          <a:p>
            <a:r>
              <a:rPr lang="en-US" dirty="0"/>
              <a:t>Click to add picture</a:t>
            </a:r>
          </a:p>
        </p:txBody>
      </p:sp>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195395"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l">
              <a:lnSpc>
                <a:spcPct val="100000"/>
              </a:lnSpc>
              <a:spcBef>
                <a:spcPts val="0"/>
              </a:spcBef>
              <a:buNone/>
              <a:defRPr lang="en-US" sz="1400" cap="all" spc="300" baseline="0" dirty="0">
                <a:solidFill>
                  <a:schemeClr val="lt1"/>
                </a:solidFill>
              </a:defRPr>
            </a:lvl1pPr>
          </a:lstStyle>
          <a:p>
            <a:pPr lvl="0"/>
            <a:r>
              <a:rPr lang="en-US" dirty="0"/>
              <a:t>Click to add subtitle</a:t>
            </a:r>
          </a:p>
        </p:txBody>
      </p:sp>
      <p:sp>
        <p:nvSpPr>
          <p:cNvPr id="4" name="Text Placeholder 3">
            <a:extLst>
              <a:ext uri="{FF2B5EF4-FFF2-40B4-BE49-F238E27FC236}">
                <a16:creationId xmlns:a16="http://schemas.microsoft.com/office/drawing/2014/main" id="{214E20AE-BE16-CA42-4851-31C48D64A60F}"/>
              </a:ext>
            </a:extLst>
          </p:cNvPr>
          <p:cNvSpPr>
            <a:spLocks noGrp="1"/>
          </p:cNvSpPr>
          <p:nvPr>
            <p:ph type="body" sz="quarter" idx="17" hasCustomPrompt="1"/>
          </p:nvPr>
        </p:nvSpPr>
        <p:spPr>
          <a:xfrm>
            <a:off x="6096000" y="2782674"/>
            <a:ext cx="4122755" cy="2693678"/>
          </a:xfrm>
        </p:spPr>
        <p:txBody>
          <a:bodyPr/>
          <a:lstStyle>
            <a:lvl1pPr marL="0" indent="0">
              <a:lnSpc>
                <a:spcPct val="100000"/>
              </a:lnSpc>
              <a:buNone/>
              <a:defRPr/>
            </a:lvl1pPr>
          </a:lstStyle>
          <a:p>
            <a:pPr lvl="0"/>
            <a:r>
              <a:rPr lang="en-US" dirty="0"/>
              <a:t>Click to add text</a:t>
            </a:r>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1135465"/>
            <a:ext cx="5012987" cy="2788704"/>
          </a:xfrm>
        </p:spPr>
        <p:txBody>
          <a:bodyPr anchor="b"/>
          <a:lstStyle>
            <a:lvl1pPr algn="l">
              <a:defRPr sz="6000" spc="300"/>
            </a:lvl1pPr>
          </a:lstStyle>
          <a:p>
            <a:r>
              <a:rPr lang="en-US" dirty="0"/>
              <a:t>Click to add title</a:t>
            </a:r>
          </a:p>
        </p:txBody>
      </p:sp>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hasCustomPrompt="1"/>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t"/>
          <a:lstStyle>
            <a:lvl1pPr marL="0" indent="0" algn="ctr">
              <a:buNone/>
              <a:defRPr/>
            </a:lvl1pPr>
          </a:lstStyle>
          <a:p>
            <a:r>
              <a:rPr lang="en-US" dirty="0"/>
              <a:t>Click to add picture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012987"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l">
              <a:lnSpc>
                <a:spcPct val="100000"/>
              </a:lnSpc>
              <a:buNone/>
              <a:defRPr sz="1400" cap="all" spc="3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subtitle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hasCustomPrompt="1"/>
          </p:nvPr>
        </p:nvSpPr>
        <p:spPr>
          <a:xfrm>
            <a:off x="594519" y="136525"/>
            <a:ext cx="11002962" cy="1455179"/>
          </a:xfrm>
        </p:spPr>
        <p:txBody>
          <a:bodyPr anchor="b" anchorCtr="0">
            <a:noAutofit/>
          </a:bodyPr>
          <a:lstStyle>
            <a:lvl1pPr>
              <a:defRPr sz="4800" spc="300"/>
            </a:lvl1pPr>
          </a:lstStyle>
          <a:p>
            <a:r>
              <a:rPr lang="en-US" dirty="0"/>
              <a:t>Click to add title</a:t>
            </a:r>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hasCustomPrompt="1"/>
          </p:nvPr>
        </p:nvSpPr>
        <p:spPr>
          <a:xfrm>
            <a:off x="594519" y="136525"/>
            <a:ext cx="11002962" cy="1455179"/>
          </a:xfrm>
        </p:spPr>
        <p:txBody>
          <a:bodyPr anchor="b" anchorCtr="0">
            <a:noAutofit/>
          </a:bodyPr>
          <a:lstStyle>
            <a:lvl1pPr>
              <a:defRPr sz="4800" spc="300"/>
            </a:lvl1pPr>
          </a:lstStyle>
          <a:p>
            <a:r>
              <a:rPr lang="en-US" dirty="0"/>
              <a:t>Click to add title</a:t>
            </a:r>
          </a:p>
        </p:txBody>
      </p:sp>
      <p:sp>
        <p:nvSpPr>
          <p:cNvPr id="6" name="Content Placeholder 5">
            <a:extLst>
              <a:ext uri="{FF2B5EF4-FFF2-40B4-BE49-F238E27FC236}">
                <a16:creationId xmlns:a16="http://schemas.microsoft.com/office/drawing/2014/main" id="{79311A09-391F-D047-3028-E943A9964039}"/>
              </a:ext>
            </a:extLst>
          </p:cNvPr>
          <p:cNvSpPr>
            <a:spLocks noGrp="1"/>
          </p:cNvSpPr>
          <p:nvPr>
            <p:ph sz="quarter" idx="12" hasCustomPrompt="1"/>
          </p:nvPr>
        </p:nvSpPr>
        <p:spPr>
          <a:xfrm>
            <a:off x="593727" y="1591703"/>
            <a:ext cx="11002962" cy="4764647"/>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055780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hasCustomPrompt="1"/>
          </p:nvPr>
        </p:nvSpPr>
        <p:spPr>
          <a:xfrm>
            <a:off x="594519" y="136525"/>
            <a:ext cx="11002962" cy="1455179"/>
          </a:xfrm>
        </p:spPr>
        <p:txBody>
          <a:bodyPr anchor="b" anchorCtr="0">
            <a:noAutofit/>
          </a:bodyPr>
          <a:lstStyle>
            <a:lvl1pPr>
              <a:defRPr sz="4800" spc="300"/>
            </a:lvl1pPr>
          </a:lstStyle>
          <a:p>
            <a:r>
              <a:rPr lang="en-US" dirty="0"/>
              <a:t>Click to add title</a:t>
            </a:r>
          </a:p>
        </p:txBody>
      </p:sp>
      <p:sp>
        <p:nvSpPr>
          <p:cNvPr id="6" name="Content Placeholder 5">
            <a:extLst>
              <a:ext uri="{FF2B5EF4-FFF2-40B4-BE49-F238E27FC236}">
                <a16:creationId xmlns:a16="http://schemas.microsoft.com/office/drawing/2014/main" id="{79311A09-391F-D047-3028-E943A9964039}"/>
              </a:ext>
            </a:extLst>
          </p:cNvPr>
          <p:cNvSpPr>
            <a:spLocks noGrp="1"/>
          </p:cNvSpPr>
          <p:nvPr>
            <p:ph sz="quarter" idx="12" hasCustomPrompt="1"/>
          </p:nvPr>
        </p:nvSpPr>
        <p:spPr>
          <a:xfrm>
            <a:off x="594519" y="2205872"/>
            <a:ext cx="11002962" cy="3685881"/>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2273938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hasCustomPrompt="1"/>
          </p:nvPr>
        </p:nvSpPr>
        <p:spPr>
          <a:xfrm>
            <a:off x="0" y="0"/>
            <a:ext cx="12192000" cy="6858000"/>
          </a:xfrm>
        </p:spPr>
        <p:txBody>
          <a:bodyPr anchor="t"/>
          <a:lstStyle>
            <a:lvl1pPr marL="0" indent="0" algn="ctr">
              <a:buNone/>
              <a:defRPr/>
            </a:lvl1pPr>
          </a:lstStyle>
          <a:p>
            <a:r>
              <a:rPr lang="en-US" dirty="0"/>
              <a:t>Click to add picture</a:t>
            </a:r>
          </a:p>
        </p:txBody>
      </p:sp>
      <p:sp>
        <p:nvSpPr>
          <p:cNvPr id="2" name="Title 1">
            <a:extLst>
              <a:ext uri="{FF2B5EF4-FFF2-40B4-BE49-F238E27FC236}">
                <a16:creationId xmlns:a16="http://schemas.microsoft.com/office/drawing/2014/main" id="{4C179BAC-E989-4203-B9B4-66280365481B}"/>
              </a:ext>
            </a:extLst>
          </p:cNvPr>
          <p:cNvSpPr>
            <a:spLocks noGrp="1"/>
          </p:cNvSpPr>
          <p:nvPr>
            <p:ph type="title" hasCustomPrompt="1"/>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lgn="ctr">
              <a:defRPr sz="1400" spc="300" baseline="0">
                <a:latin typeface="+mn-lt"/>
              </a:defRPr>
            </a:lvl1pPr>
          </a:lstStyle>
          <a:p>
            <a:pPr lvl="0"/>
            <a:r>
              <a:rPr lang="en-US" dirty="0"/>
              <a:t>Click to add subtitle</a:t>
            </a:r>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bIns="274320" anchor="b">
            <a:normAutofit/>
          </a:bodyPr>
          <a:lstStyle>
            <a:lvl1pPr marL="0" indent="0" algn="ctr">
              <a:buNone/>
              <a:defRPr sz="3200" cap="all" baseline="0"/>
            </a:lvl1pPr>
          </a:lstStyle>
          <a:p>
            <a:pPr lvl="0"/>
            <a:r>
              <a:rPr lang="en-US" dirty="0"/>
              <a:t>Click to add title</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4"/>
            <a:ext cx="4018722" cy="1781980"/>
          </a:xfrm>
        </p:spPr>
        <p:txBody>
          <a:bodyPr lIns="0" rIns="0" anchor="ctr" anchorCtr="0">
            <a:noAutofit/>
          </a:bodyPr>
          <a:lstStyle>
            <a:lvl1pPr algn="l">
              <a:defRPr sz="3200" spc="300"/>
            </a:lvl1pPr>
          </a:lstStyle>
          <a:p>
            <a:r>
              <a:rPr lang="en-US" dirty="0"/>
              <a:t>add TITLE HERE</a:t>
            </a:r>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hasCustomPrompt="1"/>
          </p:nvPr>
        </p:nvSpPr>
        <p:spPr>
          <a:xfrm>
            <a:off x="736600" y="365125"/>
            <a:ext cx="2997200" cy="1781979"/>
          </a:xfrm>
        </p:spPr>
        <p:txBody>
          <a:bodyPr>
            <a:normAutofit/>
          </a:bodyPr>
          <a:lstStyle>
            <a:lvl1pPr marL="0" indent="0" algn="ctr">
              <a:buNone/>
              <a:defRPr sz="1400"/>
            </a:lvl1pPr>
          </a:lstStyle>
          <a:p>
            <a:r>
              <a:rPr lang="en-US" dirty="0"/>
              <a:t>Click to add picture</a:t>
            </a:r>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hasCustomPrompt="1"/>
          </p:nvPr>
        </p:nvSpPr>
        <p:spPr>
          <a:xfrm>
            <a:off x="4051300" y="365125"/>
            <a:ext cx="2997200" cy="1781979"/>
          </a:xfrm>
        </p:spPr>
        <p:txBody>
          <a:bodyPr>
            <a:normAutofit/>
          </a:bodyPr>
          <a:lstStyle>
            <a:lvl1pPr marL="0" indent="0" algn="ctr">
              <a:buNone/>
              <a:defRPr sz="1400"/>
            </a:lvl1pPr>
          </a:lstStyle>
          <a:p>
            <a:r>
              <a:rPr lang="en-US" dirty="0"/>
              <a:t>Click to add picture</a:t>
            </a:r>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hasCustomPrompt="1"/>
          </p:nvPr>
        </p:nvSpPr>
        <p:spPr>
          <a:xfrm>
            <a:off x="736600" y="2422525"/>
            <a:ext cx="2997200" cy="1781979"/>
          </a:xfrm>
        </p:spPr>
        <p:txBody>
          <a:bodyPr>
            <a:normAutofit/>
          </a:bodyPr>
          <a:lstStyle>
            <a:lvl1pPr marL="0" indent="0" algn="ctr">
              <a:buNone/>
              <a:defRPr sz="1400"/>
            </a:lvl1pPr>
          </a:lstStyle>
          <a:p>
            <a:r>
              <a:rPr lang="en-US" dirty="0"/>
              <a:t>Click to add picture</a:t>
            </a:r>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hasCustomPrompt="1"/>
          </p:nvPr>
        </p:nvSpPr>
        <p:spPr>
          <a:xfrm>
            <a:off x="4051300" y="2422525"/>
            <a:ext cx="2997200" cy="1781979"/>
          </a:xfrm>
        </p:spPr>
        <p:txBody>
          <a:bodyPr>
            <a:normAutofit/>
          </a:bodyPr>
          <a:lstStyle>
            <a:lvl1pPr marL="0" indent="0" algn="ctr">
              <a:buNone/>
              <a:defRPr sz="1400"/>
            </a:lvl1pPr>
          </a:lstStyle>
          <a:p>
            <a:r>
              <a:rPr lang="en-US" dirty="0"/>
              <a:t>Click to add picture</a:t>
            </a:r>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hasCustomPrompt="1"/>
          </p:nvPr>
        </p:nvSpPr>
        <p:spPr>
          <a:xfrm>
            <a:off x="736600" y="4479925"/>
            <a:ext cx="2997200" cy="1781979"/>
          </a:xfrm>
        </p:spPr>
        <p:txBody>
          <a:bodyPr>
            <a:normAutofit/>
          </a:bodyPr>
          <a:lstStyle>
            <a:lvl1pPr marL="0" indent="0" algn="ctr">
              <a:buNone/>
              <a:defRPr sz="1400"/>
            </a:lvl1pPr>
          </a:lstStyle>
          <a:p>
            <a:r>
              <a:rPr lang="en-US" dirty="0"/>
              <a:t>Click to add picture</a:t>
            </a:r>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hasCustomPrompt="1"/>
          </p:nvPr>
        </p:nvSpPr>
        <p:spPr>
          <a:xfrm>
            <a:off x="4051300" y="4479925"/>
            <a:ext cx="2997200" cy="1781979"/>
          </a:xfrm>
        </p:spPr>
        <p:txBody>
          <a:bodyPr>
            <a:normAutofit/>
          </a:bodyPr>
          <a:lstStyle>
            <a:lvl1pPr marL="0" indent="0" algn="ctr">
              <a:buNone/>
              <a:defRPr sz="1400"/>
            </a:lvl1pPr>
          </a:lstStyle>
          <a:p>
            <a:r>
              <a:rPr lang="en-US" dirty="0"/>
              <a:t>Click to add picture</a:t>
            </a:r>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Text Placeholder 6">
            <a:extLst>
              <a:ext uri="{FF2B5EF4-FFF2-40B4-BE49-F238E27FC236}">
                <a16:creationId xmlns:a16="http://schemas.microsoft.com/office/drawing/2014/main" id="{BD281DF4-BD72-3F1E-8B04-6205D7C5C8DF}"/>
              </a:ext>
            </a:extLst>
          </p:cNvPr>
          <p:cNvSpPr>
            <a:spLocks noGrp="1"/>
          </p:cNvSpPr>
          <p:nvPr>
            <p:ph type="body" sz="quarter" idx="20" hasCustomPrompt="1"/>
          </p:nvPr>
        </p:nvSpPr>
        <p:spPr>
          <a:xfrm>
            <a:off x="7792278" y="2422525"/>
            <a:ext cx="1813685" cy="718013"/>
          </a:xfrm>
        </p:spPr>
        <p:txBody>
          <a:bodyPr lIns="0" anchor="b">
            <a:normAutofit/>
          </a:bodyPr>
          <a:lstStyle>
            <a:lvl1pPr marL="0" indent="0">
              <a:lnSpc>
                <a:spcPct val="100000"/>
              </a:lnSpc>
              <a:spcBef>
                <a:spcPts val="0"/>
              </a:spcBef>
              <a:buNone/>
              <a:defRPr sz="1800" cap="all" spc="3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8" name="Text Placeholder 6">
            <a:extLst>
              <a:ext uri="{FF2B5EF4-FFF2-40B4-BE49-F238E27FC236}">
                <a16:creationId xmlns:a16="http://schemas.microsoft.com/office/drawing/2014/main" id="{4FA84CC6-BD0B-002A-5FFA-708B69C4C200}"/>
              </a:ext>
            </a:extLst>
          </p:cNvPr>
          <p:cNvSpPr>
            <a:spLocks noGrp="1"/>
          </p:cNvSpPr>
          <p:nvPr>
            <p:ph type="body" sz="quarter" idx="21" hasCustomPrompt="1"/>
          </p:nvPr>
        </p:nvSpPr>
        <p:spPr>
          <a:xfrm>
            <a:off x="7792278" y="3161514"/>
            <a:ext cx="1813685" cy="365125"/>
          </a:xfrm>
        </p:spPr>
        <p:txBody>
          <a:bodyPr lIns="0" tIns="0">
            <a:normAutofit/>
          </a:bodyPr>
          <a:lstStyle>
            <a:lvl1pPr marL="0" indent="0">
              <a:lnSpc>
                <a:spcPct val="100000"/>
              </a:lnSpc>
              <a:spcBef>
                <a:spcPts val="0"/>
              </a:spcBef>
              <a:buNone/>
              <a:defRPr sz="1500" cap="all"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4" name="Text Placeholder 6">
            <a:extLst>
              <a:ext uri="{FF2B5EF4-FFF2-40B4-BE49-F238E27FC236}">
                <a16:creationId xmlns:a16="http://schemas.microsoft.com/office/drawing/2014/main" id="{CDF5AB02-45DE-2A85-A817-6FA37AD98169}"/>
              </a:ext>
            </a:extLst>
          </p:cNvPr>
          <p:cNvSpPr>
            <a:spLocks noGrp="1"/>
          </p:cNvSpPr>
          <p:nvPr>
            <p:ph type="body" sz="quarter" idx="22" hasCustomPrompt="1"/>
          </p:nvPr>
        </p:nvSpPr>
        <p:spPr>
          <a:xfrm>
            <a:off x="9997315" y="2429338"/>
            <a:ext cx="1813685" cy="718013"/>
          </a:xfrm>
        </p:spPr>
        <p:txBody>
          <a:bodyPr lIns="0" anchor="b">
            <a:normAutofit/>
          </a:bodyPr>
          <a:lstStyle>
            <a:lvl1pPr marL="0" indent="0">
              <a:lnSpc>
                <a:spcPct val="100000"/>
              </a:lnSpc>
              <a:spcBef>
                <a:spcPts val="0"/>
              </a:spcBef>
              <a:buNone/>
              <a:defRPr sz="1800" cap="all" spc="3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5" name="Text Placeholder 6">
            <a:extLst>
              <a:ext uri="{FF2B5EF4-FFF2-40B4-BE49-F238E27FC236}">
                <a16:creationId xmlns:a16="http://schemas.microsoft.com/office/drawing/2014/main" id="{94138391-4411-4BD0-D8AD-D001BF46DCA3}"/>
              </a:ext>
            </a:extLst>
          </p:cNvPr>
          <p:cNvSpPr>
            <a:spLocks noGrp="1"/>
          </p:cNvSpPr>
          <p:nvPr>
            <p:ph type="body" sz="quarter" idx="23" hasCustomPrompt="1"/>
          </p:nvPr>
        </p:nvSpPr>
        <p:spPr>
          <a:xfrm>
            <a:off x="9997315" y="3158271"/>
            <a:ext cx="1813685" cy="365125"/>
          </a:xfrm>
        </p:spPr>
        <p:txBody>
          <a:bodyPr lIns="0" tIns="0">
            <a:normAutofit/>
          </a:bodyPr>
          <a:lstStyle>
            <a:lvl1pPr marL="0" indent="0">
              <a:lnSpc>
                <a:spcPct val="100000"/>
              </a:lnSpc>
              <a:spcBef>
                <a:spcPts val="0"/>
              </a:spcBef>
              <a:buNone/>
              <a:defRPr sz="1500" cap="all"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6" name="Text Placeholder 6">
            <a:extLst>
              <a:ext uri="{FF2B5EF4-FFF2-40B4-BE49-F238E27FC236}">
                <a16:creationId xmlns:a16="http://schemas.microsoft.com/office/drawing/2014/main" id="{AE1BE558-411F-87F3-71EE-1782FC824F40}"/>
              </a:ext>
            </a:extLst>
          </p:cNvPr>
          <p:cNvSpPr>
            <a:spLocks noGrp="1"/>
          </p:cNvSpPr>
          <p:nvPr>
            <p:ph type="body" sz="quarter" idx="24" hasCustomPrompt="1"/>
          </p:nvPr>
        </p:nvSpPr>
        <p:spPr>
          <a:xfrm>
            <a:off x="7792278" y="3625282"/>
            <a:ext cx="1813685" cy="718013"/>
          </a:xfrm>
        </p:spPr>
        <p:txBody>
          <a:bodyPr lIns="0" anchor="b">
            <a:normAutofit/>
          </a:bodyPr>
          <a:lstStyle>
            <a:lvl1pPr marL="0" indent="0">
              <a:lnSpc>
                <a:spcPct val="100000"/>
              </a:lnSpc>
              <a:spcBef>
                <a:spcPts val="0"/>
              </a:spcBef>
              <a:buNone/>
              <a:defRPr sz="1800" cap="all" spc="3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7" name="Text Placeholder 6">
            <a:extLst>
              <a:ext uri="{FF2B5EF4-FFF2-40B4-BE49-F238E27FC236}">
                <a16:creationId xmlns:a16="http://schemas.microsoft.com/office/drawing/2014/main" id="{408EED18-0FEB-480C-03BC-CC12E4603C92}"/>
              </a:ext>
            </a:extLst>
          </p:cNvPr>
          <p:cNvSpPr>
            <a:spLocks noGrp="1"/>
          </p:cNvSpPr>
          <p:nvPr>
            <p:ph type="body" sz="quarter" idx="25" hasCustomPrompt="1"/>
          </p:nvPr>
        </p:nvSpPr>
        <p:spPr>
          <a:xfrm>
            <a:off x="7792278" y="4354222"/>
            <a:ext cx="1813685" cy="365125"/>
          </a:xfrm>
        </p:spPr>
        <p:txBody>
          <a:bodyPr lIns="0" tIns="0">
            <a:normAutofit/>
          </a:bodyPr>
          <a:lstStyle>
            <a:lvl1pPr marL="0" indent="0">
              <a:lnSpc>
                <a:spcPct val="100000"/>
              </a:lnSpc>
              <a:spcBef>
                <a:spcPts val="0"/>
              </a:spcBef>
              <a:buNone/>
              <a:defRPr sz="1500" cap="all"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8" name="Text Placeholder 6">
            <a:extLst>
              <a:ext uri="{FF2B5EF4-FFF2-40B4-BE49-F238E27FC236}">
                <a16:creationId xmlns:a16="http://schemas.microsoft.com/office/drawing/2014/main" id="{B95CBCFF-0E55-BCFC-8CBE-723A9BD00029}"/>
              </a:ext>
            </a:extLst>
          </p:cNvPr>
          <p:cNvSpPr>
            <a:spLocks noGrp="1"/>
          </p:cNvSpPr>
          <p:nvPr>
            <p:ph type="body" sz="quarter" idx="26" hasCustomPrompt="1"/>
          </p:nvPr>
        </p:nvSpPr>
        <p:spPr>
          <a:xfrm>
            <a:off x="9997314" y="3604563"/>
            <a:ext cx="1813686" cy="718013"/>
          </a:xfrm>
        </p:spPr>
        <p:txBody>
          <a:bodyPr lIns="0" anchor="b">
            <a:normAutofit/>
          </a:bodyPr>
          <a:lstStyle>
            <a:lvl1pPr marL="0" indent="0">
              <a:lnSpc>
                <a:spcPct val="100000"/>
              </a:lnSpc>
              <a:spcBef>
                <a:spcPts val="0"/>
              </a:spcBef>
              <a:buNone/>
              <a:defRPr sz="1800" cap="all" spc="3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9" name="Text Placeholder 6">
            <a:extLst>
              <a:ext uri="{FF2B5EF4-FFF2-40B4-BE49-F238E27FC236}">
                <a16:creationId xmlns:a16="http://schemas.microsoft.com/office/drawing/2014/main" id="{B9088F0C-EE6F-2847-CFAA-9D94686187E9}"/>
              </a:ext>
            </a:extLst>
          </p:cNvPr>
          <p:cNvSpPr>
            <a:spLocks noGrp="1"/>
          </p:cNvSpPr>
          <p:nvPr>
            <p:ph type="body" sz="quarter" idx="27" hasCustomPrompt="1"/>
          </p:nvPr>
        </p:nvSpPr>
        <p:spPr>
          <a:xfrm>
            <a:off x="9997314" y="4333500"/>
            <a:ext cx="1813686" cy="365125"/>
          </a:xfrm>
        </p:spPr>
        <p:txBody>
          <a:bodyPr lIns="0" tIns="0">
            <a:normAutofit/>
          </a:bodyPr>
          <a:lstStyle>
            <a:lvl1pPr marL="0" indent="0">
              <a:lnSpc>
                <a:spcPct val="100000"/>
              </a:lnSpc>
              <a:spcBef>
                <a:spcPts val="0"/>
              </a:spcBef>
              <a:buNone/>
              <a:defRPr sz="1500" cap="all"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20" name="Text Placeholder 6">
            <a:extLst>
              <a:ext uri="{FF2B5EF4-FFF2-40B4-BE49-F238E27FC236}">
                <a16:creationId xmlns:a16="http://schemas.microsoft.com/office/drawing/2014/main" id="{28120BC8-9E46-E919-6015-FABAA6588840}"/>
              </a:ext>
            </a:extLst>
          </p:cNvPr>
          <p:cNvSpPr>
            <a:spLocks noGrp="1"/>
          </p:cNvSpPr>
          <p:nvPr>
            <p:ph type="body" sz="quarter" idx="28" hasCustomPrompt="1"/>
          </p:nvPr>
        </p:nvSpPr>
        <p:spPr>
          <a:xfrm>
            <a:off x="7793957" y="4891306"/>
            <a:ext cx="1812006" cy="718013"/>
          </a:xfrm>
        </p:spPr>
        <p:txBody>
          <a:bodyPr lIns="0" anchor="b">
            <a:normAutofit/>
          </a:bodyPr>
          <a:lstStyle>
            <a:lvl1pPr marL="0" indent="0">
              <a:lnSpc>
                <a:spcPct val="100000"/>
              </a:lnSpc>
              <a:spcBef>
                <a:spcPts val="0"/>
              </a:spcBef>
              <a:buNone/>
              <a:defRPr sz="1800" cap="all" spc="3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21" name="Text Placeholder 6">
            <a:extLst>
              <a:ext uri="{FF2B5EF4-FFF2-40B4-BE49-F238E27FC236}">
                <a16:creationId xmlns:a16="http://schemas.microsoft.com/office/drawing/2014/main" id="{DA6AFA01-4607-12C7-E4CA-8AAB4BADECA2}"/>
              </a:ext>
            </a:extLst>
          </p:cNvPr>
          <p:cNvSpPr>
            <a:spLocks noGrp="1"/>
          </p:cNvSpPr>
          <p:nvPr>
            <p:ph type="body" sz="quarter" idx="29" hasCustomPrompt="1"/>
          </p:nvPr>
        </p:nvSpPr>
        <p:spPr>
          <a:xfrm>
            <a:off x="7793957" y="5620243"/>
            <a:ext cx="1812006" cy="365125"/>
          </a:xfrm>
        </p:spPr>
        <p:txBody>
          <a:bodyPr lIns="0" tIns="0">
            <a:normAutofit/>
          </a:bodyPr>
          <a:lstStyle>
            <a:lvl1pPr marL="0" indent="0">
              <a:lnSpc>
                <a:spcPct val="100000"/>
              </a:lnSpc>
              <a:spcBef>
                <a:spcPts val="0"/>
              </a:spcBef>
              <a:buNone/>
              <a:defRPr sz="1500" cap="all"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22" name="Text Placeholder 6">
            <a:extLst>
              <a:ext uri="{FF2B5EF4-FFF2-40B4-BE49-F238E27FC236}">
                <a16:creationId xmlns:a16="http://schemas.microsoft.com/office/drawing/2014/main" id="{89AE8D05-699D-7672-D652-F638E376296A}"/>
              </a:ext>
            </a:extLst>
          </p:cNvPr>
          <p:cNvSpPr>
            <a:spLocks noGrp="1"/>
          </p:cNvSpPr>
          <p:nvPr>
            <p:ph type="body" sz="quarter" idx="30" hasCustomPrompt="1"/>
          </p:nvPr>
        </p:nvSpPr>
        <p:spPr>
          <a:xfrm>
            <a:off x="9998994" y="4888062"/>
            <a:ext cx="1812006" cy="718013"/>
          </a:xfrm>
        </p:spPr>
        <p:txBody>
          <a:bodyPr lIns="0" anchor="b">
            <a:normAutofit/>
          </a:bodyPr>
          <a:lstStyle>
            <a:lvl1pPr marL="0" indent="0">
              <a:lnSpc>
                <a:spcPct val="100000"/>
              </a:lnSpc>
              <a:spcBef>
                <a:spcPts val="0"/>
              </a:spcBef>
              <a:buNone/>
              <a:defRPr sz="1800" cap="all" spc="3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23" name="Text Placeholder 6">
            <a:extLst>
              <a:ext uri="{FF2B5EF4-FFF2-40B4-BE49-F238E27FC236}">
                <a16:creationId xmlns:a16="http://schemas.microsoft.com/office/drawing/2014/main" id="{8C054886-505C-671E-F2BA-D9842DA5836E}"/>
              </a:ext>
            </a:extLst>
          </p:cNvPr>
          <p:cNvSpPr>
            <a:spLocks noGrp="1"/>
          </p:cNvSpPr>
          <p:nvPr>
            <p:ph type="body" sz="quarter" idx="31" hasCustomPrompt="1"/>
          </p:nvPr>
        </p:nvSpPr>
        <p:spPr>
          <a:xfrm>
            <a:off x="9998994" y="5616999"/>
            <a:ext cx="1812006" cy="365125"/>
          </a:xfrm>
        </p:spPr>
        <p:txBody>
          <a:bodyPr lIns="0" tIns="0">
            <a:normAutofit/>
          </a:bodyPr>
          <a:lstStyle>
            <a:lvl1pPr marL="0" indent="0">
              <a:lnSpc>
                <a:spcPct val="100000"/>
              </a:lnSpc>
              <a:spcBef>
                <a:spcPts val="0"/>
              </a:spcBef>
              <a:buNone/>
              <a:defRPr sz="1500" cap="all"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31092122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0156E-BE02-9BBA-0763-EE0EC2287746}"/>
              </a:ext>
            </a:extLst>
          </p:cNvPr>
          <p:cNvSpPr>
            <a:spLocks noGrp="1"/>
          </p:cNvSpPr>
          <p:nvPr>
            <p:ph type="title" hasCustomPrompt="1"/>
          </p:nvPr>
        </p:nvSpPr>
        <p:spPr>
          <a:xfrm>
            <a:off x="469107" y="50241"/>
            <a:ext cx="11265694" cy="1304544"/>
          </a:xfrm>
        </p:spPr>
        <p:txBody>
          <a:bodyPr anchor="b" anchorCtr="0"/>
          <a:lstStyle>
            <a:lvl1pPr>
              <a:defRPr sz="4800"/>
            </a:lvl1pPr>
          </a:lstStyle>
          <a:p>
            <a:r>
              <a:rPr lang="en-US" dirty="0"/>
              <a:t>Click to add title</a:t>
            </a:r>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hasCustomPrompt="1"/>
          </p:nvPr>
        </p:nvSpPr>
        <p:spPr>
          <a:xfrm>
            <a:off x="469900" y="1638300"/>
            <a:ext cx="5156200" cy="1892300"/>
          </a:xfrm>
        </p:spPr>
        <p:txBody>
          <a:bodyPr>
            <a:normAutofit/>
          </a:bodyPr>
          <a:lstStyle>
            <a:lvl1pPr marL="0" indent="0" algn="ctr">
              <a:buNone/>
              <a:defRPr/>
            </a:lvl1pPr>
          </a:lstStyle>
          <a:p>
            <a:r>
              <a:rPr lang="en-US" dirty="0"/>
              <a:t>Click to add picture</a:t>
            </a:r>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hasCustomPrompt="1"/>
          </p:nvPr>
        </p:nvSpPr>
        <p:spPr>
          <a:xfrm>
            <a:off x="469107" y="3864355"/>
            <a:ext cx="5157787" cy="494506"/>
          </a:xfrm>
        </p:spPr>
        <p:txBody>
          <a:bodyPr>
            <a:normAutofit/>
          </a:bodyPr>
          <a:lstStyle>
            <a:lvl1pPr marL="0" indent="0">
              <a:buNone/>
              <a:defRPr sz="2400" cap="all" spc="300" baseline="0"/>
            </a:lvl1pPr>
          </a:lstStyle>
          <a:p>
            <a:pPr lvl="0"/>
            <a:r>
              <a:rPr lang="en-US" spc="300" dirty="0">
                <a:solidFill>
                  <a:schemeClr val="tx1"/>
                </a:solidFill>
              </a:rPr>
              <a:t>Click to add text</a:t>
            </a:r>
          </a:p>
        </p:txBody>
      </p:sp>
      <p:sp>
        <p:nvSpPr>
          <p:cNvPr id="4" name="Content Placeholder 3">
            <a:extLst>
              <a:ext uri="{FF2B5EF4-FFF2-40B4-BE49-F238E27FC236}">
                <a16:creationId xmlns:a16="http://schemas.microsoft.com/office/drawing/2014/main" id="{53343E54-D2B8-A019-ACD6-6F79A320E77C}"/>
              </a:ext>
            </a:extLst>
          </p:cNvPr>
          <p:cNvSpPr>
            <a:spLocks noGrp="1"/>
          </p:cNvSpPr>
          <p:nvPr>
            <p:ph sz="quarter" idx="13" hasCustomPrompt="1"/>
          </p:nvPr>
        </p:nvSpPr>
        <p:spPr>
          <a:xfrm>
            <a:off x="469900" y="4471988"/>
            <a:ext cx="5156200" cy="1997075"/>
          </a:xfrm>
        </p:spPr>
        <p:txBody>
          <a:bodyPr/>
          <a:lstStyle>
            <a:lvl1pPr marL="228600" indent="-228600">
              <a:lnSpc>
                <a:spcPct val="100000"/>
              </a:lnSpc>
              <a:spcBef>
                <a:spcPts val="1000"/>
              </a:spcBef>
              <a:buFont typeface="Wingdings" panose="05000000000000000000" pitchFamily="2" charset="2"/>
              <a:buChar char="§"/>
              <a:defRPr sz="1400"/>
            </a:lvl1pPr>
            <a:lvl2pPr marL="228600" indent="-228600">
              <a:lnSpc>
                <a:spcPct val="100000"/>
              </a:lnSpc>
              <a:spcBef>
                <a:spcPts val="1000"/>
              </a:spcBef>
              <a:buFont typeface="Wingdings" panose="05000000000000000000" pitchFamily="2" charset="2"/>
              <a:buChar char="§"/>
              <a:defRPr sz="1400"/>
            </a:lvl2pPr>
            <a:lvl3pPr marL="228600" indent="-228600">
              <a:lnSpc>
                <a:spcPct val="100000"/>
              </a:lnSpc>
              <a:spcBef>
                <a:spcPts val="1000"/>
              </a:spcBef>
              <a:buFont typeface="Wingdings" panose="05000000000000000000" pitchFamily="2" charset="2"/>
              <a:buChar char="§"/>
              <a:defRPr sz="1400"/>
            </a:lvl3pPr>
            <a:lvl4pPr marL="228600" indent="-228600">
              <a:lnSpc>
                <a:spcPct val="100000"/>
              </a:lnSpc>
              <a:spcBef>
                <a:spcPts val="1000"/>
              </a:spcBef>
              <a:buFont typeface="Wingdings" panose="05000000000000000000" pitchFamily="2" charset="2"/>
              <a:buChar char="§"/>
              <a:defRPr sz="1400"/>
            </a:lvl4pPr>
            <a:lvl5pPr marL="228600" indent="-228600">
              <a:lnSpc>
                <a:spcPct val="100000"/>
              </a:lnSpc>
              <a:spcBef>
                <a:spcPts val="1000"/>
              </a:spcBef>
              <a:buFont typeface="Wingdings" panose="05000000000000000000" pitchFamily="2" charset="2"/>
              <a:buChar cha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hasCustomPrompt="1"/>
          </p:nvPr>
        </p:nvSpPr>
        <p:spPr>
          <a:xfrm>
            <a:off x="6559826" y="1638300"/>
            <a:ext cx="5174975" cy="1892300"/>
          </a:xfrm>
        </p:spPr>
        <p:txBody>
          <a:bodyPr>
            <a:normAutofit/>
          </a:bodyPr>
          <a:lstStyle>
            <a:lvl1pPr marL="0" indent="0" algn="ctr">
              <a:buNone/>
              <a:defRPr/>
            </a:lvl1pPr>
          </a:lstStyle>
          <a:p>
            <a:r>
              <a:rPr lang="en-US" dirty="0"/>
              <a:t>Click to add picture</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hasCustomPrompt="1"/>
          </p:nvPr>
        </p:nvSpPr>
        <p:spPr>
          <a:xfrm>
            <a:off x="6559826" y="3864355"/>
            <a:ext cx="5174975" cy="494506"/>
          </a:xfrm>
        </p:spPr>
        <p:txBody>
          <a:bodyPr>
            <a:normAutofit/>
          </a:bodyPr>
          <a:lstStyle>
            <a:lvl1pPr marL="0" indent="0">
              <a:buNone/>
              <a:defRPr sz="2400" cap="all" spc="300" baseline="0"/>
            </a:lvl1pPr>
          </a:lstStyle>
          <a:p>
            <a:pPr lvl="0"/>
            <a:r>
              <a:rPr lang="en-US" spc="300" dirty="0">
                <a:solidFill>
                  <a:schemeClr val="tx1"/>
                </a:solidFill>
              </a:rPr>
              <a:t>Click to add text</a:t>
            </a:r>
          </a:p>
        </p:txBody>
      </p:sp>
      <p:sp>
        <p:nvSpPr>
          <p:cNvPr id="5" name="Content Placeholder 3">
            <a:extLst>
              <a:ext uri="{FF2B5EF4-FFF2-40B4-BE49-F238E27FC236}">
                <a16:creationId xmlns:a16="http://schemas.microsoft.com/office/drawing/2014/main" id="{155348AE-D0F6-8964-FB7A-612A611AD671}"/>
              </a:ext>
            </a:extLst>
          </p:cNvPr>
          <p:cNvSpPr>
            <a:spLocks noGrp="1"/>
          </p:cNvSpPr>
          <p:nvPr>
            <p:ph sz="quarter" idx="14" hasCustomPrompt="1"/>
          </p:nvPr>
        </p:nvSpPr>
        <p:spPr>
          <a:xfrm>
            <a:off x="6559827" y="4471988"/>
            <a:ext cx="5174974" cy="1997075"/>
          </a:xfrm>
        </p:spPr>
        <p:txBody>
          <a:bodyPr/>
          <a:lstStyle>
            <a:lvl1pPr marL="228600" indent="-228600">
              <a:lnSpc>
                <a:spcPct val="100000"/>
              </a:lnSpc>
              <a:spcBef>
                <a:spcPts val="1000"/>
              </a:spcBef>
              <a:buFont typeface="Wingdings" panose="05000000000000000000" pitchFamily="2" charset="2"/>
              <a:buChar char="§"/>
              <a:defRPr sz="1400"/>
            </a:lvl1pPr>
            <a:lvl2pPr marL="228600" indent="-228600">
              <a:lnSpc>
                <a:spcPct val="100000"/>
              </a:lnSpc>
              <a:spcBef>
                <a:spcPts val="1000"/>
              </a:spcBef>
              <a:buFont typeface="Wingdings" panose="05000000000000000000" pitchFamily="2" charset="2"/>
              <a:buChar char="§"/>
              <a:defRPr sz="1400"/>
            </a:lvl2pPr>
            <a:lvl3pPr marL="228600" indent="-228600">
              <a:lnSpc>
                <a:spcPct val="100000"/>
              </a:lnSpc>
              <a:spcBef>
                <a:spcPts val="1000"/>
              </a:spcBef>
              <a:buFont typeface="Wingdings" panose="05000000000000000000" pitchFamily="2" charset="2"/>
              <a:buChar char="§"/>
              <a:defRPr sz="1400"/>
            </a:lvl3pPr>
            <a:lvl4pPr marL="228600" indent="-228600">
              <a:lnSpc>
                <a:spcPct val="100000"/>
              </a:lnSpc>
              <a:spcBef>
                <a:spcPts val="1000"/>
              </a:spcBef>
              <a:buFont typeface="Wingdings" panose="05000000000000000000" pitchFamily="2" charset="2"/>
              <a:buChar char="§"/>
              <a:defRPr sz="1400"/>
            </a:lvl4pPr>
            <a:lvl5pPr marL="228600" indent="-228600">
              <a:lnSpc>
                <a:spcPct val="100000"/>
              </a:lnSpc>
              <a:spcBef>
                <a:spcPts val="1000"/>
              </a:spcBef>
              <a:buFont typeface="Wingdings" panose="05000000000000000000" pitchFamily="2" charset="2"/>
              <a:buChar cha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378419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7B0BF-E38F-E2A3-143D-4B77377FE7E4}"/>
              </a:ext>
            </a:extLst>
          </p:cNvPr>
          <p:cNvSpPr>
            <a:spLocks noGrp="1"/>
          </p:cNvSpPr>
          <p:nvPr>
            <p:ph type="title" hasCustomPrompt="1"/>
          </p:nvPr>
        </p:nvSpPr>
        <p:spPr>
          <a:xfrm>
            <a:off x="950073" y="40193"/>
            <a:ext cx="10281172" cy="1316334"/>
          </a:xfrm>
        </p:spPr>
        <p:txBody>
          <a:bodyPr anchor="b" anchorCtr="0"/>
          <a:lstStyle>
            <a:lvl1pPr>
              <a:defRPr sz="4800"/>
            </a:lvl1pPr>
          </a:lstStyle>
          <a:p>
            <a:r>
              <a:rPr lang="en-US" dirty="0"/>
              <a:t>Click to add title</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hasCustomPrompt="1"/>
          </p:nvPr>
        </p:nvSpPr>
        <p:spPr>
          <a:xfrm>
            <a:off x="960438" y="1624013"/>
            <a:ext cx="3108325" cy="1892300"/>
          </a:xfrm>
        </p:spPr>
        <p:txBody>
          <a:bodyPr>
            <a:normAutofit/>
          </a:bodyPr>
          <a:lstStyle>
            <a:lvl1pPr marL="0" indent="0" algn="ctr">
              <a:buNone/>
              <a:defRPr sz="1400"/>
            </a:lvl1pPr>
          </a:lstStyle>
          <a:p>
            <a:r>
              <a:rPr lang="en-US" dirty="0"/>
              <a:t>Click to add picture</a:t>
            </a:r>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76287"/>
            <a:ext cx="3108326" cy="865563"/>
          </a:xfrm>
        </p:spPr>
        <p:txBody>
          <a:bodyPr anchor="t" anchorCtr="0">
            <a:normAutofit/>
          </a:bodyPr>
          <a:lstStyle>
            <a:lvl1pPr marL="0" indent="0">
              <a:lnSpc>
                <a:spcPct val="100000"/>
              </a:lnSpc>
              <a:spcBef>
                <a:spcPts val="0"/>
              </a:spcBef>
              <a:buFont typeface="Wingdings" panose="05000000000000000000" pitchFamily="2" charset="2"/>
              <a:buNone/>
              <a:defRPr sz="2400" cap="all" spc="300" baseline="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ADD TEXT</a:t>
            </a:r>
          </a:p>
        </p:txBody>
      </p:sp>
      <p:sp>
        <p:nvSpPr>
          <p:cNvPr id="3" name="Text Placeholder 27">
            <a:extLst>
              <a:ext uri="{FF2B5EF4-FFF2-40B4-BE49-F238E27FC236}">
                <a16:creationId xmlns:a16="http://schemas.microsoft.com/office/drawing/2014/main" id="{45BAD2EF-B428-1883-5F6B-BA8B3A18D3C8}"/>
              </a:ext>
            </a:extLst>
          </p:cNvPr>
          <p:cNvSpPr>
            <a:spLocks noGrp="1"/>
          </p:cNvSpPr>
          <p:nvPr>
            <p:ph type="body" sz="quarter" idx="17" hasCustomPrompt="1"/>
          </p:nvPr>
        </p:nvSpPr>
        <p:spPr>
          <a:xfrm>
            <a:off x="950073" y="4578835"/>
            <a:ext cx="3108326" cy="1892300"/>
          </a:xfrm>
        </p:spPr>
        <p:txBody>
          <a:bodyPr anchor="t" anchorCtr="0">
            <a:noAutofit/>
          </a:bodyPr>
          <a:lstStyle>
            <a:lvl1pPr marL="182880" indent="-182880">
              <a:lnSpc>
                <a:spcPct val="100000"/>
              </a:lnSpc>
              <a:spcBef>
                <a:spcPts val="1000"/>
              </a:spcBef>
              <a:buFont typeface="Wingdings" panose="05000000000000000000" pitchFamily="2" charset="2"/>
              <a:buChar char="§"/>
              <a:defRPr sz="1400" cap="none" spc="0" baseline="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add text</a:t>
            </a:r>
          </a:p>
          <a:p>
            <a:pPr lvl="0"/>
            <a:r>
              <a:rPr lang="en-US" dirty="0"/>
              <a:t>Second</a:t>
            </a:r>
          </a:p>
          <a:p>
            <a:pPr lvl="0"/>
            <a:r>
              <a:rPr lang="en-US" dirty="0"/>
              <a:t>Third</a:t>
            </a:r>
          </a:p>
          <a:p>
            <a:pPr lvl="0"/>
            <a:r>
              <a:rPr lang="en-US" dirty="0"/>
              <a:t>Fourth</a:t>
            </a:r>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hasCustomPrompt="1"/>
          </p:nvPr>
        </p:nvSpPr>
        <p:spPr>
          <a:xfrm>
            <a:off x="4542155" y="1623219"/>
            <a:ext cx="3108325" cy="1892300"/>
          </a:xfrm>
        </p:spPr>
        <p:txBody>
          <a:bodyPr>
            <a:normAutofit/>
          </a:bodyPr>
          <a:lstStyle>
            <a:lvl1pPr marL="0" indent="0" algn="ctr">
              <a:buNone/>
              <a:defRPr sz="1400"/>
            </a:lvl1pPr>
          </a:lstStyle>
          <a:p>
            <a:r>
              <a:rPr lang="en-US" dirty="0"/>
              <a:t>Click to add picture</a:t>
            </a:r>
          </a:p>
        </p:txBody>
      </p:sp>
      <p:sp>
        <p:nvSpPr>
          <p:cNvPr id="4" name="Text Placeholder 27">
            <a:extLst>
              <a:ext uri="{FF2B5EF4-FFF2-40B4-BE49-F238E27FC236}">
                <a16:creationId xmlns:a16="http://schemas.microsoft.com/office/drawing/2014/main" id="{BD42366C-60A0-D39C-8592-69A1576D0757}"/>
              </a:ext>
            </a:extLst>
          </p:cNvPr>
          <p:cNvSpPr>
            <a:spLocks noGrp="1"/>
          </p:cNvSpPr>
          <p:nvPr>
            <p:ph type="body" sz="quarter" idx="18" hasCustomPrompt="1"/>
          </p:nvPr>
        </p:nvSpPr>
        <p:spPr>
          <a:xfrm>
            <a:off x="4541837" y="3676287"/>
            <a:ext cx="3108326" cy="865563"/>
          </a:xfrm>
        </p:spPr>
        <p:txBody>
          <a:bodyPr anchor="t" anchorCtr="0">
            <a:normAutofit/>
          </a:bodyPr>
          <a:lstStyle>
            <a:lvl1pPr marL="0" indent="0">
              <a:lnSpc>
                <a:spcPct val="100000"/>
              </a:lnSpc>
              <a:spcBef>
                <a:spcPts val="0"/>
              </a:spcBef>
              <a:buFont typeface="Wingdings" panose="05000000000000000000" pitchFamily="2" charset="2"/>
              <a:buNone/>
              <a:defRPr sz="2400" cap="all" spc="300" baseline="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ADD TEXT</a:t>
            </a:r>
          </a:p>
        </p:txBody>
      </p:sp>
      <p:sp>
        <p:nvSpPr>
          <p:cNvPr id="5" name="Text Placeholder 27">
            <a:extLst>
              <a:ext uri="{FF2B5EF4-FFF2-40B4-BE49-F238E27FC236}">
                <a16:creationId xmlns:a16="http://schemas.microsoft.com/office/drawing/2014/main" id="{A25B6479-6C48-F3A7-D96C-55AD3C97080D}"/>
              </a:ext>
            </a:extLst>
          </p:cNvPr>
          <p:cNvSpPr>
            <a:spLocks noGrp="1"/>
          </p:cNvSpPr>
          <p:nvPr>
            <p:ph type="body" sz="quarter" idx="19" hasCustomPrompt="1"/>
          </p:nvPr>
        </p:nvSpPr>
        <p:spPr>
          <a:xfrm>
            <a:off x="4531789" y="4578835"/>
            <a:ext cx="3108326" cy="1892300"/>
          </a:xfrm>
        </p:spPr>
        <p:txBody>
          <a:bodyPr anchor="t" anchorCtr="0">
            <a:noAutofit/>
          </a:bodyPr>
          <a:lstStyle>
            <a:lvl1pPr marL="182880" indent="-182880">
              <a:lnSpc>
                <a:spcPct val="100000"/>
              </a:lnSpc>
              <a:spcBef>
                <a:spcPts val="1000"/>
              </a:spcBef>
              <a:buFont typeface="Wingdings" panose="05000000000000000000" pitchFamily="2" charset="2"/>
              <a:buChar char="§"/>
              <a:defRPr sz="1400" cap="none" spc="0" baseline="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add text</a:t>
            </a:r>
          </a:p>
          <a:p>
            <a:pPr lvl="0"/>
            <a:r>
              <a:rPr lang="en-US" dirty="0"/>
              <a:t>Second</a:t>
            </a:r>
          </a:p>
          <a:p>
            <a:pPr lvl="0"/>
            <a:r>
              <a:rPr lang="en-US" dirty="0"/>
              <a:t>Third</a:t>
            </a:r>
          </a:p>
          <a:p>
            <a:pPr lvl="0"/>
            <a:r>
              <a:rPr lang="en-US" dirty="0"/>
              <a:t>Fourth</a:t>
            </a:r>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hasCustomPrompt="1"/>
          </p:nvPr>
        </p:nvSpPr>
        <p:spPr>
          <a:xfrm>
            <a:off x="8122920" y="1623219"/>
            <a:ext cx="3108325" cy="1892300"/>
          </a:xfrm>
        </p:spPr>
        <p:txBody>
          <a:bodyPr>
            <a:normAutofit/>
          </a:bodyPr>
          <a:lstStyle>
            <a:lvl1pPr marL="0" indent="0" algn="ctr">
              <a:buNone/>
              <a:defRPr sz="1400"/>
            </a:lvl1pPr>
          </a:lstStyle>
          <a:p>
            <a:r>
              <a:rPr lang="en-US" dirty="0"/>
              <a:t>Click to add picture</a:t>
            </a:r>
          </a:p>
        </p:txBody>
      </p:sp>
      <p:sp>
        <p:nvSpPr>
          <p:cNvPr id="6" name="Text Placeholder 27">
            <a:extLst>
              <a:ext uri="{FF2B5EF4-FFF2-40B4-BE49-F238E27FC236}">
                <a16:creationId xmlns:a16="http://schemas.microsoft.com/office/drawing/2014/main" id="{3C134F8D-319C-699E-00ED-2C497397EEF7}"/>
              </a:ext>
            </a:extLst>
          </p:cNvPr>
          <p:cNvSpPr>
            <a:spLocks noGrp="1"/>
          </p:cNvSpPr>
          <p:nvPr>
            <p:ph type="body" sz="quarter" idx="20" hasCustomPrompt="1"/>
          </p:nvPr>
        </p:nvSpPr>
        <p:spPr>
          <a:xfrm>
            <a:off x="8122919" y="3676287"/>
            <a:ext cx="3108326" cy="865563"/>
          </a:xfrm>
        </p:spPr>
        <p:txBody>
          <a:bodyPr anchor="t" anchorCtr="0">
            <a:normAutofit/>
          </a:bodyPr>
          <a:lstStyle>
            <a:lvl1pPr marL="0" indent="0">
              <a:lnSpc>
                <a:spcPct val="100000"/>
              </a:lnSpc>
              <a:spcBef>
                <a:spcPts val="0"/>
              </a:spcBef>
              <a:buFont typeface="Wingdings" panose="05000000000000000000" pitchFamily="2" charset="2"/>
              <a:buNone/>
              <a:defRPr sz="2400" cap="all" spc="300" baseline="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ADD TEXT</a:t>
            </a:r>
          </a:p>
        </p:txBody>
      </p:sp>
      <p:sp>
        <p:nvSpPr>
          <p:cNvPr id="7" name="Text Placeholder 27">
            <a:extLst>
              <a:ext uri="{FF2B5EF4-FFF2-40B4-BE49-F238E27FC236}">
                <a16:creationId xmlns:a16="http://schemas.microsoft.com/office/drawing/2014/main" id="{52A27F04-C302-800F-5FE5-9B7FA2DBED45}"/>
              </a:ext>
            </a:extLst>
          </p:cNvPr>
          <p:cNvSpPr>
            <a:spLocks noGrp="1"/>
          </p:cNvSpPr>
          <p:nvPr>
            <p:ph type="body" sz="quarter" idx="21" hasCustomPrompt="1"/>
          </p:nvPr>
        </p:nvSpPr>
        <p:spPr>
          <a:xfrm>
            <a:off x="8112871" y="4578835"/>
            <a:ext cx="3108326" cy="1892300"/>
          </a:xfrm>
        </p:spPr>
        <p:txBody>
          <a:bodyPr anchor="t" anchorCtr="0">
            <a:noAutofit/>
          </a:bodyPr>
          <a:lstStyle>
            <a:lvl1pPr marL="182880" indent="-182880">
              <a:lnSpc>
                <a:spcPct val="100000"/>
              </a:lnSpc>
              <a:spcBef>
                <a:spcPts val="1000"/>
              </a:spcBef>
              <a:buFont typeface="Wingdings" panose="05000000000000000000" pitchFamily="2" charset="2"/>
              <a:buChar char="§"/>
              <a:defRPr sz="1400" cap="none" spc="0" baseline="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add text</a:t>
            </a:r>
          </a:p>
          <a:p>
            <a:pPr lvl="0"/>
            <a:r>
              <a:rPr lang="en-US" dirty="0"/>
              <a:t>Second</a:t>
            </a:r>
          </a:p>
          <a:p>
            <a:pPr lvl="0"/>
            <a:r>
              <a:rPr lang="en-US" dirty="0"/>
              <a:t>Third</a:t>
            </a:r>
          </a:p>
          <a:p>
            <a:pPr lvl="0"/>
            <a:r>
              <a:rPr lang="en-US" dirty="0"/>
              <a:t>Fourth</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22872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6CDEBF2-B5C9-4887-B717-81C3D1A73CA9}"/>
              </a:ext>
            </a:extLst>
          </p:cNvPr>
          <p:cNvSpPr>
            <a:spLocks noGrp="1"/>
          </p:cNvSpPr>
          <p:nvPr>
            <p:ph type="title" hasCustomPrompt="1"/>
          </p:nvPr>
        </p:nvSpPr>
        <p:spPr>
          <a:xfrm>
            <a:off x="6095999" y="170822"/>
            <a:ext cx="5897218" cy="1325453"/>
          </a:xfrm>
        </p:spPr>
        <p:txBody>
          <a:bodyPr lIns="91440" rIns="91440" anchor="b" anchorCtr="0">
            <a:noAutofit/>
          </a:bodyPr>
          <a:lstStyle>
            <a:lvl1pPr algn="l">
              <a:lnSpc>
                <a:spcPct val="100000"/>
              </a:lnSpc>
              <a:spcBef>
                <a:spcPts val="0"/>
              </a:spcBef>
              <a:defRPr sz="3200">
                <a:solidFill>
                  <a:schemeClr val="tx1"/>
                </a:solidFill>
              </a:defRPr>
            </a:lvl1pPr>
          </a:lstStyle>
          <a:p>
            <a:r>
              <a:rPr lang="en-US" dirty="0"/>
              <a:t>Click to add title</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hasCustomPrompt="1"/>
          </p:nvPr>
        </p:nvSpPr>
        <p:spPr>
          <a:xfrm>
            <a:off x="0" y="0"/>
            <a:ext cx="5416550" cy="6858000"/>
          </a:xfrm>
          <a:effectLst/>
        </p:spPr>
        <p:txBody>
          <a:bodyPr anchor="t"/>
          <a:lstStyle>
            <a:lvl1pPr marL="0" indent="0" algn="ctr">
              <a:buNone/>
              <a:defRPr/>
            </a:lvl1pPr>
          </a:lstStyle>
          <a:p>
            <a:r>
              <a:rPr lang="en-US" dirty="0"/>
              <a:t>Click to add picture</a:t>
            </a:r>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6">
            <a:extLst>
              <a:ext uri="{FF2B5EF4-FFF2-40B4-BE49-F238E27FC236}">
                <a16:creationId xmlns:a16="http://schemas.microsoft.com/office/drawing/2014/main" id="{656A3C7F-97D5-51E2-9BDF-90E2BD080126}"/>
              </a:ext>
            </a:extLst>
          </p:cNvPr>
          <p:cNvSpPr>
            <a:spLocks noGrp="1"/>
          </p:cNvSpPr>
          <p:nvPr>
            <p:ph type="body" sz="quarter" idx="20" hasCustomPrompt="1"/>
          </p:nvPr>
        </p:nvSpPr>
        <p:spPr>
          <a:xfrm>
            <a:off x="6095998" y="1635323"/>
            <a:ext cx="5897217" cy="365125"/>
          </a:xfrm>
        </p:spPr>
        <p:txBody>
          <a:bodyPr lIns="91440">
            <a:noAutofit/>
          </a:bodyPr>
          <a:lstStyle>
            <a:lvl1pPr marL="0" indent="0">
              <a:lnSpc>
                <a:spcPct val="100000"/>
              </a:lnSpc>
              <a:spcBef>
                <a:spcPts val="0"/>
              </a:spcBef>
              <a:buNone/>
              <a:defRPr sz="1900" cap="all" spc="3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4" name="Text Placeholder 6">
            <a:extLst>
              <a:ext uri="{FF2B5EF4-FFF2-40B4-BE49-F238E27FC236}">
                <a16:creationId xmlns:a16="http://schemas.microsoft.com/office/drawing/2014/main" id="{7B1FEB2D-A892-CF1D-2EAD-3139AB45F791}"/>
              </a:ext>
            </a:extLst>
          </p:cNvPr>
          <p:cNvSpPr>
            <a:spLocks noGrp="1"/>
          </p:cNvSpPr>
          <p:nvPr>
            <p:ph type="body" sz="quarter" idx="21" hasCustomPrompt="1"/>
          </p:nvPr>
        </p:nvSpPr>
        <p:spPr>
          <a:xfrm>
            <a:off x="6095998" y="2101808"/>
            <a:ext cx="5897217" cy="554037"/>
          </a:xfrm>
        </p:spPr>
        <p:txBody>
          <a:bodyPr lIns="91440" tIns="0">
            <a:normAutofit/>
          </a:bodyPr>
          <a:lstStyle>
            <a:lvl1pPr marL="0" indent="0">
              <a:lnSpc>
                <a:spcPct val="100000"/>
              </a:lnSpc>
              <a:spcBef>
                <a:spcPts val="0"/>
              </a:spcBef>
              <a:buNone/>
              <a:defRPr sz="1500" cap="none"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5" name="Text Placeholder 6">
            <a:extLst>
              <a:ext uri="{FF2B5EF4-FFF2-40B4-BE49-F238E27FC236}">
                <a16:creationId xmlns:a16="http://schemas.microsoft.com/office/drawing/2014/main" id="{CB2D88A4-3801-6C61-D989-4358C9A25C8B}"/>
              </a:ext>
            </a:extLst>
          </p:cNvPr>
          <p:cNvSpPr>
            <a:spLocks noGrp="1"/>
          </p:cNvSpPr>
          <p:nvPr>
            <p:ph type="body" sz="quarter" idx="22" hasCustomPrompt="1"/>
          </p:nvPr>
        </p:nvSpPr>
        <p:spPr>
          <a:xfrm>
            <a:off x="6095998" y="2824477"/>
            <a:ext cx="5897217" cy="365125"/>
          </a:xfrm>
        </p:spPr>
        <p:txBody>
          <a:bodyPr lIns="91440">
            <a:noAutofit/>
          </a:bodyPr>
          <a:lstStyle>
            <a:lvl1pPr marL="0" indent="0">
              <a:lnSpc>
                <a:spcPct val="100000"/>
              </a:lnSpc>
              <a:spcBef>
                <a:spcPts val="0"/>
              </a:spcBef>
              <a:buNone/>
              <a:defRPr sz="1900" cap="all" spc="3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6" name="Text Placeholder 6">
            <a:extLst>
              <a:ext uri="{FF2B5EF4-FFF2-40B4-BE49-F238E27FC236}">
                <a16:creationId xmlns:a16="http://schemas.microsoft.com/office/drawing/2014/main" id="{C43D83DE-2A76-BAD3-6A75-BD1BE8A1ABA8}"/>
              </a:ext>
            </a:extLst>
          </p:cNvPr>
          <p:cNvSpPr>
            <a:spLocks noGrp="1"/>
          </p:cNvSpPr>
          <p:nvPr>
            <p:ph type="body" sz="quarter" idx="23" hasCustomPrompt="1"/>
          </p:nvPr>
        </p:nvSpPr>
        <p:spPr>
          <a:xfrm>
            <a:off x="6095998" y="3290962"/>
            <a:ext cx="5897217" cy="554037"/>
          </a:xfrm>
        </p:spPr>
        <p:txBody>
          <a:bodyPr lIns="91440" tIns="0">
            <a:normAutofit/>
          </a:bodyPr>
          <a:lstStyle>
            <a:lvl1pPr marL="0" indent="0">
              <a:lnSpc>
                <a:spcPct val="100000"/>
              </a:lnSpc>
              <a:spcBef>
                <a:spcPts val="0"/>
              </a:spcBef>
              <a:buNone/>
              <a:defRPr sz="1500" cap="none"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8" name="Text Placeholder 6">
            <a:extLst>
              <a:ext uri="{FF2B5EF4-FFF2-40B4-BE49-F238E27FC236}">
                <a16:creationId xmlns:a16="http://schemas.microsoft.com/office/drawing/2014/main" id="{B6C9F708-458D-0C90-AA62-4F4E1BE98CE6}"/>
              </a:ext>
            </a:extLst>
          </p:cNvPr>
          <p:cNvSpPr>
            <a:spLocks noGrp="1"/>
          </p:cNvSpPr>
          <p:nvPr>
            <p:ph type="body" sz="quarter" idx="24" hasCustomPrompt="1"/>
          </p:nvPr>
        </p:nvSpPr>
        <p:spPr>
          <a:xfrm>
            <a:off x="6095998" y="4005037"/>
            <a:ext cx="5897217" cy="365125"/>
          </a:xfrm>
        </p:spPr>
        <p:txBody>
          <a:bodyPr lIns="91440">
            <a:noAutofit/>
          </a:bodyPr>
          <a:lstStyle>
            <a:lvl1pPr marL="0" indent="0">
              <a:lnSpc>
                <a:spcPct val="100000"/>
              </a:lnSpc>
              <a:spcBef>
                <a:spcPts val="0"/>
              </a:spcBef>
              <a:buNone/>
              <a:defRPr sz="1900" cap="all" spc="3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0" name="Text Placeholder 6">
            <a:extLst>
              <a:ext uri="{FF2B5EF4-FFF2-40B4-BE49-F238E27FC236}">
                <a16:creationId xmlns:a16="http://schemas.microsoft.com/office/drawing/2014/main" id="{58A4FEA4-71DB-CBBC-4183-C55650B07AB0}"/>
              </a:ext>
            </a:extLst>
          </p:cNvPr>
          <p:cNvSpPr>
            <a:spLocks noGrp="1"/>
          </p:cNvSpPr>
          <p:nvPr>
            <p:ph type="body" sz="quarter" idx="25" hasCustomPrompt="1"/>
          </p:nvPr>
        </p:nvSpPr>
        <p:spPr>
          <a:xfrm>
            <a:off x="6095998" y="4471522"/>
            <a:ext cx="5897217" cy="554037"/>
          </a:xfrm>
        </p:spPr>
        <p:txBody>
          <a:bodyPr lIns="91440" tIns="0">
            <a:normAutofit/>
          </a:bodyPr>
          <a:lstStyle>
            <a:lvl1pPr marL="0" indent="0">
              <a:lnSpc>
                <a:spcPct val="100000"/>
              </a:lnSpc>
              <a:spcBef>
                <a:spcPts val="0"/>
              </a:spcBef>
              <a:buNone/>
              <a:defRPr sz="1500" cap="none"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2" name="Text Placeholder 6">
            <a:extLst>
              <a:ext uri="{FF2B5EF4-FFF2-40B4-BE49-F238E27FC236}">
                <a16:creationId xmlns:a16="http://schemas.microsoft.com/office/drawing/2014/main" id="{41BAC13E-D6C4-66D0-6DF5-9FDB08CD8FAE}"/>
              </a:ext>
            </a:extLst>
          </p:cNvPr>
          <p:cNvSpPr>
            <a:spLocks noGrp="1"/>
          </p:cNvSpPr>
          <p:nvPr>
            <p:ph type="body" sz="quarter" idx="26" hasCustomPrompt="1"/>
          </p:nvPr>
        </p:nvSpPr>
        <p:spPr>
          <a:xfrm>
            <a:off x="6095998" y="5194191"/>
            <a:ext cx="5897217" cy="365125"/>
          </a:xfrm>
        </p:spPr>
        <p:txBody>
          <a:bodyPr lIns="91440">
            <a:noAutofit/>
          </a:bodyPr>
          <a:lstStyle>
            <a:lvl1pPr marL="0" indent="0">
              <a:lnSpc>
                <a:spcPct val="100000"/>
              </a:lnSpc>
              <a:spcBef>
                <a:spcPts val="0"/>
              </a:spcBef>
              <a:buNone/>
              <a:defRPr sz="1900" cap="all" spc="3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3" name="Text Placeholder 6">
            <a:extLst>
              <a:ext uri="{FF2B5EF4-FFF2-40B4-BE49-F238E27FC236}">
                <a16:creationId xmlns:a16="http://schemas.microsoft.com/office/drawing/2014/main" id="{C54AFEF2-F55D-17EA-E93E-AC4F233B9370}"/>
              </a:ext>
            </a:extLst>
          </p:cNvPr>
          <p:cNvSpPr>
            <a:spLocks noGrp="1"/>
          </p:cNvSpPr>
          <p:nvPr>
            <p:ph type="body" sz="quarter" idx="27" hasCustomPrompt="1"/>
          </p:nvPr>
        </p:nvSpPr>
        <p:spPr>
          <a:xfrm>
            <a:off x="6095998" y="5660676"/>
            <a:ext cx="5897217" cy="554037"/>
          </a:xfrm>
        </p:spPr>
        <p:txBody>
          <a:bodyPr lIns="91440" tIns="0">
            <a:normAutofit/>
          </a:bodyPr>
          <a:lstStyle>
            <a:lvl1pPr marL="0" indent="0">
              <a:lnSpc>
                <a:spcPct val="100000"/>
              </a:lnSpc>
              <a:spcBef>
                <a:spcPts val="0"/>
              </a:spcBef>
              <a:buNone/>
              <a:defRPr sz="1500" cap="none"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330658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pic>
        <p:nvPicPr>
          <p:cNvPr id="8" name="Picture 7" descr="A close up of dots&#10;&#10;Description automatically generated">
            <a:extLst>
              <a:ext uri="{FF2B5EF4-FFF2-40B4-BE49-F238E27FC236}">
                <a16:creationId xmlns:a16="http://schemas.microsoft.com/office/drawing/2014/main" id="{A7778945-CDEB-9A7F-80F5-5A2906972A9A}"/>
              </a:ext>
            </a:extLst>
          </p:cNvPr>
          <p:cNvPicPr>
            <a:picLocks noChangeAspect="1"/>
          </p:cNvPicPr>
          <p:nvPr userDrawn="1"/>
        </p:nvPicPr>
        <p:blipFill>
          <a:blip r:embed="rId2"/>
          <a:stretch>
            <a:fillRect/>
          </a:stretch>
        </p:blipFill>
        <p:spPr>
          <a:xfrm>
            <a:off x="0" y="0"/>
            <a:ext cx="12191999" cy="6858000"/>
          </a:xfrm>
          <a:prstGeom prst="rect">
            <a:avLst/>
          </a:prstGeom>
        </p:spPr>
      </p:pic>
      <p:sp>
        <p:nvSpPr>
          <p:cNvPr id="9" name="Title 8">
            <a:extLst>
              <a:ext uri="{FF2B5EF4-FFF2-40B4-BE49-F238E27FC236}">
                <a16:creationId xmlns:a16="http://schemas.microsoft.com/office/drawing/2014/main" id="{F8E9930A-72A3-290D-B835-F73AD5366EB8}"/>
              </a:ext>
            </a:extLst>
          </p:cNvPr>
          <p:cNvSpPr>
            <a:spLocks noGrp="1"/>
          </p:cNvSpPr>
          <p:nvPr>
            <p:ph type="title" hasCustomPrompt="1"/>
          </p:nvPr>
        </p:nvSpPr>
        <p:spPr>
          <a:xfrm>
            <a:off x="588195" y="1069675"/>
            <a:ext cx="11015612" cy="1499321"/>
          </a:xfrm>
        </p:spPr>
        <p:txBody>
          <a:bodyPr anchor="b"/>
          <a:lstStyle>
            <a:lvl1pPr>
              <a:defRPr sz="4000"/>
            </a:lvl1pPr>
          </a:lstStyle>
          <a:p>
            <a:r>
              <a:rPr lang="en-US" dirty="0"/>
              <a:t>Click to add title</a:t>
            </a:r>
          </a:p>
        </p:txBody>
      </p:sp>
      <p:sp>
        <p:nvSpPr>
          <p:cNvPr id="4" name="Picture Placeholder 3">
            <a:extLst>
              <a:ext uri="{FF2B5EF4-FFF2-40B4-BE49-F238E27FC236}">
                <a16:creationId xmlns:a16="http://schemas.microsoft.com/office/drawing/2014/main" id="{A7C9DAF4-07EB-3C9A-A08C-3EBC3F87B2AC}"/>
              </a:ext>
            </a:extLst>
          </p:cNvPr>
          <p:cNvSpPr>
            <a:spLocks noGrp="1"/>
          </p:cNvSpPr>
          <p:nvPr>
            <p:ph type="pic" sz="quarter" idx="22"/>
          </p:nvPr>
        </p:nvSpPr>
        <p:spPr>
          <a:xfrm>
            <a:off x="1754768" y="3105917"/>
            <a:ext cx="731520" cy="731520"/>
          </a:xfrm>
        </p:spPr>
        <p:txBody>
          <a:bodyPr/>
          <a:lstStyle>
            <a:lvl1pPr marL="0" indent="0" algn="ctr">
              <a:buNone/>
              <a:defRPr sz="1000"/>
            </a:lvl1pPr>
          </a:lstStyle>
          <a:p>
            <a:r>
              <a:rPr lang="en-US"/>
              <a:t>Click icon to add picture</a:t>
            </a:r>
            <a:endParaRPr lang="en-US" dirty="0"/>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238812" y="3893330"/>
            <a:ext cx="3736664" cy="518795"/>
          </a:xfrm>
        </p:spPr>
        <p:txBody>
          <a:bodyPr>
            <a:normAutofit/>
          </a:bodyPr>
          <a:lstStyle>
            <a:lvl1pPr marL="0" indent="0" algn="ctr">
              <a:buNone/>
              <a:defRPr sz="1800" cap="all" spc="300" baseline="0">
                <a:solidFill>
                  <a:schemeClr val="tx1"/>
                </a:solidFill>
              </a:defRPr>
            </a:lvl1pPr>
            <a:lvl2pPr marL="457200" indent="0">
              <a:buNone/>
              <a:defRPr/>
            </a:lvl2pPr>
          </a:lstStyle>
          <a:p>
            <a:pPr lvl="0"/>
            <a:r>
              <a:rPr lang="en-US" dirty="0"/>
              <a:t>CLICK TO add text</a:t>
            </a:r>
          </a:p>
        </p:txBody>
      </p:sp>
      <p:sp>
        <p:nvSpPr>
          <p:cNvPr id="5" name="Picture Placeholder 3">
            <a:extLst>
              <a:ext uri="{FF2B5EF4-FFF2-40B4-BE49-F238E27FC236}">
                <a16:creationId xmlns:a16="http://schemas.microsoft.com/office/drawing/2014/main" id="{89154656-6832-6744-5242-633FFE1D17B7}"/>
              </a:ext>
            </a:extLst>
          </p:cNvPr>
          <p:cNvSpPr>
            <a:spLocks noGrp="1"/>
          </p:cNvSpPr>
          <p:nvPr>
            <p:ph type="pic" sz="quarter" idx="23"/>
          </p:nvPr>
        </p:nvSpPr>
        <p:spPr>
          <a:xfrm>
            <a:off x="5730238" y="3105917"/>
            <a:ext cx="731520" cy="731520"/>
          </a:xfrm>
        </p:spPr>
        <p:txBody>
          <a:bodyPr/>
          <a:lstStyle>
            <a:lvl1pPr marL="0" indent="0" algn="ctr">
              <a:buNone/>
              <a:defRPr sz="1000"/>
            </a:lvl1pPr>
          </a:lstStyle>
          <a:p>
            <a:r>
              <a:rPr lang="en-US"/>
              <a:t>Click icon to add picture</a:t>
            </a:r>
            <a:endParaRPr lang="en-US" dirty="0"/>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241056" y="3893330"/>
            <a:ext cx="3736658" cy="518795"/>
          </a:xfrm>
        </p:spPr>
        <p:txBody>
          <a:bodyPr>
            <a:normAutofit/>
          </a:bodyPr>
          <a:lstStyle>
            <a:lvl1pPr marL="0" indent="0" algn="ctr">
              <a:buNone/>
              <a:defRPr sz="1800" spc="300">
                <a:solidFill>
                  <a:schemeClr val="tx1"/>
                </a:solidFill>
              </a:defRPr>
            </a:lvl1pPr>
            <a:lvl2pPr marL="457200" indent="0">
              <a:buNone/>
              <a:defRPr/>
            </a:lvl2pPr>
          </a:lstStyle>
          <a:p>
            <a:pPr lvl="0"/>
            <a:r>
              <a:rPr lang="en-US" dirty="0"/>
              <a:t>Click to add text</a:t>
            </a:r>
          </a:p>
        </p:txBody>
      </p:sp>
      <p:sp>
        <p:nvSpPr>
          <p:cNvPr id="7" name="Picture Placeholder 3">
            <a:extLst>
              <a:ext uri="{FF2B5EF4-FFF2-40B4-BE49-F238E27FC236}">
                <a16:creationId xmlns:a16="http://schemas.microsoft.com/office/drawing/2014/main" id="{40271905-3743-286E-3C76-62B0063D5967}"/>
              </a:ext>
            </a:extLst>
          </p:cNvPr>
          <p:cNvSpPr>
            <a:spLocks noGrp="1"/>
          </p:cNvSpPr>
          <p:nvPr>
            <p:ph type="pic" sz="quarter" idx="24"/>
          </p:nvPr>
        </p:nvSpPr>
        <p:spPr>
          <a:xfrm>
            <a:off x="9705712" y="3105917"/>
            <a:ext cx="731520" cy="731520"/>
          </a:xfrm>
        </p:spPr>
        <p:txBody>
          <a:bodyPr/>
          <a:lstStyle>
            <a:lvl1pPr marL="0" indent="0" algn="ctr">
              <a:buNone/>
              <a:defRPr sz="1000"/>
            </a:lvl1pPr>
          </a:lstStyle>
          <a:p>
            <a:r>
              <a:rPr lang="en-US"/>
              <a:t>Click icon to add picture</a:t>
            </a:r>
            <a:endParaRPr lang="en-US" dirty="0"/>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216525" y="3893330"/>
            <a:ext cx="3736663" cy="518795"/>
          </a:xfrm>
        </p:spPr>
        <p:txBody>
          <a:bodyPr>
            <a:normAutofit/>
          </a:bodyPr>
          <a:lstStyle>
            <a:lvl1pPr marL="0" indent="0" algn="ctr">
              <a:buNone/>
              <a:defRPr sz="1800" spc="300">
                <a:solidFill>
                  <a:schemeClr val="tx1"/>
                </a:solidFill>
              </a:defRPr>
            </a:lvl1pPr>
            <a:lvl2pPr marL="457200" indent="0">
              <a:buNone/>
              <a:defRPr/>
            </a:lvl2pPr>
          </a:lstStyle>
          <a:p>
            <a:pPr lvl="0"/>
            <a:r>
              <a:rPr lang="en-US" dirty="0"/>
              <a:t>Click to add text</a:t>
            </a:r>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chorCtr="0">
            <a:noAutofit/>
          </a:bodyPr>
          <a:lstStyle>
            <a:lvl1pPr marL="0" indent="0" algn="ctr">
              <a:lnSpc>
                <a:spcPct val="100000"/>
              </a:lnSpc>
              <a:spcBef>
                <a:spcPts val="0"/>
              </a:spcBef>
              <a:buNone/>
              <a:defRPr sz="1800" cap="all" spc="300" baseline="0">
                <a:solidFill>
                  <a:schemeClr val="tx1"/>
                </a:solidFill>
              </a:defRPr>
            </a:lvl1pPr>
            <a:lvl2pPr marL="457200" indent="0">
              <a:buNone/>
              <a:defRPr/>
            </a:lvl2pPr>
          </a:lstStyle>
          <a:p>
            <a:pPr lvl="0"/>
            <a:r>
              <a:rPr lang="en-US" dirty="0"/>
              <a:t>Click to add subtitle</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77" r:id="rId5"/>
    <p:sldLayoutId id="2147483685" r:id="rId6"/>
    <p:sldLayoutId id="2147483686" r:id="rId7"/>
    <p:sldLayoutId id="2147483666" r:id="rId8"/>
    <p:sldLayoutId id="2147483681" r:id="rId9"/>
    <p:sldLayoutId id="2147483683" r:id="rId10"/>
    <p:sldLayoutId id="2147483682" r:id="rId11"/>
    <p:sldLayoutId id="2147483684" r:id="rId12"/>
    <p:sldLayoutId id="2147483680" r:id="rId13"/>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virtualbox.org/wiki/Downloads" TargetMode="Externa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microsoft/terminal/releases/download/v1.15.3465.0/Microsoft" TargetMode="Externa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hyperlink" Target="http://10.0.0.4/malware.exe" TargetMode="Externa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5.xml"/><Relationship Id="rId4" Type="http://schemas.openxmlformats.org/officeDocument/2006/relationships/image" Target="../media/image17.jp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a:xfrm>
            <a:off x="0" y="0"/>
            <a:ext cx="12192000" cy="6858000"/>
          </a:xfrm>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6" y="1060315"/>
            <a:ext cx="11490325" cy="2218959"/>
          </a:xfrm>
        </p:spPr>
        <p:txBody>
          <a:bodyPr/>
          <a:lstStyle/>
          <a:p>
            <a:r>
              <a:rPr lang="en-US" dirty="0"/>
              <a:t>Application and </a:t>
            </a:r>
            <a:r>
              <a:rPr lang="en-US" dirty="0" err="1"/>
              <a:t>websecurity</a:t>
            </a:r>
            <a:endParaRPr lang="en-US" dirty="0"/>
          </a:p>
        </p:txBody>
      </p:sp>
      <p:sp>
        <p:nvSpPr>
          <p:cNvPr id="7" name="Text Placeholder 6">
            <a:extLst>
              <a:ext uri="{FF2B5EF4-FFF2-40B4-BE49-F238E27FC236}">
                <a16:creationId xmlns:a16="http://schemas.microsoft.com/office/drawing/2014/main" id="{5D865526-EC39-4780-A2A8-274A80A5C19B}"/>
              </a:ext>
            </a:extLst>
          </p:cNvPr>
          <p:cNvSpPr>
            <a:spLocks noGrp="1"/>
          </p:cNvSpPr>
          <p:nvPr>
            <p:ph type="body" sz="quarter" idx="13"/>
          </p:nvPr>
        </p:nvSpPr>
        <p:spPr>
          <a:xfrm>
            <a:off x="3512345" y="3700222"/>
            <a:ext cx="5167312" cy="1256242"/>
          </a:xfrm>
        </p:spPr>
        <p:txBody>
          <a:bodyPr/>
          <a:lstStyle/>
          <a:p>
            <a:r>
              <a:rPr lang="en-US" dirty="0"/>
              <a:t>Lab experiment – 4</a:t>
            </a:r>
          </a:p>
          <a:p>
            <a:r>
              <a:rPr lang="en-US" dirty="0"/>
              <a:t>Create a Sandbox (Self Hosted </a:t>
            </a:r>
            <a:r>
              <a:rPr lang="en-US" dirty="0" err="1"/>
              <a:t>Virtualbox</a:t>
            </a:r>
            <a:r>
              <a:rPr lang="en-US" dirty="0"/>
              <a:t>) to Run Malware in Control Environment</a:t>
            </a:r>
          </a:p>
        </p:txBody>
      </p:sp>
    </p:spTree>
    <p:extLst>
      <p:ext uri="{BB962C8B-B14F-4D97-AF65-F5344CB8AC3E}">
        <p14:creationId xmlns:p14="http://schemas.microsoft.com/office/powerpoint/2010/main" val="392783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2</a:t>
            </a:fld>
            <a:endParaRPr lang="en-US" dirty="0"/>
          </a:p>
        </p:txBody>
      </p:sp>
      <p:sp>
        <p:nvSpPr>
          <p:cNvPr id="4" name="TextBox 3">
            <a:extLst>
              <a:ext uri="{FF2B5EF4-FFF2-40B4-BE49-F238E27FC236}">
                <a16:creationId xmlns:a16="http://schemas.microsoft.com/office/drawing/2014/main" id="{F20A626D-2B35-3E8C-08C6-531A7C1CAC26}"/>
              </a:ext>
            </a:extLst>
          </p:cNvPr>
          <p:cNvSpPr txBox="1"/>
          <p:nvPr/>
        </p:nvSpPr>
        <p:spPr>
          <a:xfrm>
            <a:off x="176645" y="1677092"/>
            <a:ext cx="10510178" cy="800219"/>
          </a:xfrm>
          <a:prstGeom prst="rect">
            <a:avLst/>
          </a:prstGeom>
          <a:noFill/>
        </p:spPr>
        <p:txBody>
          <a:bodyPr wrap="square" rtlCol="0">
            <a:spAutoFit/>
          </a:bodyPr>
          <a:lstStyle/>
          <a:p>
            <a:r>
              <a:rPr lang="en-IN" sz="2800" b="1" i="0" dirty="0">
                <a:effectLst/>
                <a:latin typeface="Arial" panose="020B0604020202020204" pitchFamily="34" charset="0"/>
              </a:rPr>
              <a:t>What Is Malware?</a:t>
            </a:r>
          </a:p>
          <a:p>
            <a:endParaRPr lang="en-IN" dirty="0"/>
          </a:p>
        </p:txBody>
      </p:sp>
      <p:sp>
        <p:nvSpPr>
          <p:cNvPr id="6" name="TextBox 5">
            <a:extLst>
              <a:ext uri="{FF2B5EF4-FFF2-40B4-BE49-F238E27FC236}">
                <a16:creationId xmlns:a16="http://schemas.microsoft.com/office/drawing/2014/main" id="{A0FF49C0-E42D-55A7-953A-50D3E744EF18}"/>
              </a:ext>
            </a:extLst>
          </p:cNvPr>
          <p:cNvSpPr txBox="1"/>
          <p:nvPr/>
        </p:nvSpPr>
        <p:spPr>
          <a:xfrm>
            <a:off x="176645" y="2513828"/>
            <a:ext cx="11816572" cy="1323439"/>
          </a:xfrm>
          <a:prstGeom prst="rect">
            <a:avLst/>
          </a:prstGeom>
          <a:noFill/>
        </p:spPr>
        <p:txBody>
          <a:bodyPr wrap="square">
            <a:spAutoFit/>
          </a:bodyPr>
          <a:lstStyle/>
          <a:p>
            <a:r>
              <a:rPr lang="en-US" sz="2000" dirty="0">
                <a:solidFill>
                  <a:srgbClr val="000000"/>
                </a:solidFill>
              </a:rPr>
              <a:t>Malware is</a:t>
            </a:r>
            <a:r>
              <a:rPr lang="en-US" sz="2000" b="0" i="0" dirty="0">
                <a:solidFill>
                  <a:srgbClr val="000000"/>
                </a:solidFill>
                <a:effectLst/>
              </a:rPr>
              <a:t> any piece of software that’s harmful to your system — worms, viruses, trojans, spyware, etc. Discovering them continues to be a challenge as attackers are writing increasingly sophisticated programs to evade detection. Malware analysis can help you to determine if a suspicious file is indeed malicious, study its origin, process, capabilities, and assess its impact to facilitate detection and prevention.</a:t>
            </a:r>
            <a:endParaRPr lang="en-IN" sz="2000" dirty="0"/>
          </a:p>
        </p:txBody>
      </p:sp>
      <p:sp>
        <p:nvSpPr>
          <p:cNvPr id="8" name="TextBox 7">
            <a:extLst>
              <a:ext uri="{FF2B5EF4-FFF2-40B4-BE49-F238E27FC236}">
                <a16:creationId xmlns:a16="http://schemas.microsoft.com/office/drawing/2014/main" id="{63D0DCE8-59EE-477B-E404-7D497FAE5401}"/>
              </a:ext>
            </a:extLst>
          </p:cNvPr>
          <p:cNvSpPr txBox="1"/>
          <p:nvPr/>
        </p:nvSpPr>
        <p:spPr>
          <a:xfrm>
            <a:off x="176645" y="4212289"/>
            <a:ext cx="11080173" cy="1631216"/>
          </a:xfrm>
          <a:prstGeom prst="rect">
            <a:avLst/>
          </a:prstGeom>
          <a:noFill/>
        </p:spPr>
        <p:txBody>
          <a:bodyPr wrap="square">
            <a:spAutoFit/>
          </a:bodyPr>
          <a:lstStyle/>
          <a:p>
            <a:r>
              <a:rPr lang="en-US" sz="2000" b="0" i="0" dirty="0">
                <a:solidFill>
                  <a:srgbClr val="000000"/>
                </a:solidFill>
                <a:effectLst/>
              </a:rPr>
              <a:t>Malware can be distributed via various channels like emails (phishing attacks), USB drives, downloading software from websites, etc. They disguise themselves using obfuscation methods to mimic legitimate files or applications to trick users into downloading them. Once malicious software compromises a host system, it uses various persistence techniques (such as altering system files or adding malicious code) to remain there until a trigger event launches the attack.</a:t>
            </a:r>
            <a:endParaRPr lang="en-IN" sz="2000" dirty="0"/>
          </a:p>
        </p:txBody>
      </p:sp>
    </p:spTree>
    <p:extLst>
      <p:ext uri="{BB962C8B-B14F-4D97-AF65-F5344CB8AC3E}">
        <p14:creationId xmlns:p14="http://schemas.microsoft.com/office/powerpoint/2010/main" val="2771002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3</a:t>
            </a:fld>
            <a:endParaRPr lang="en-US" dirty="0"/>
          </a:p>
        </p:txBody>
      </p:sp>
      <p:sp>
        <p:nvSpPr>
          <p:cNvPr id="7" name="TextBox 6">
            <a:extLst>
              <a:ext uri="{FF2B5EF4-FFF2-40B4-BE49-F238E27FC236}">
                <a16:creationId xmlns:a16="http://schemas.microsoft.com/office/drawing/2014/main" id="{44715212-668B-0813-DB3E-C410F9203E7F}"/>
              </a:ext>
            </a:extLst>
          </p:cNvPr>
          <p:cNvSpPr txBox="1"/>
          <p:nvPr/>
        </p:nvSpPr>
        <p:spPr>
          <a:xfrm>
            <a:off x="293543" y="1756064"/>
            <a:ext cx="6094268" cy="461665"/>
          </a:xfrm>
          <a:prstGeom prst="rect">
            <a:avLst/>
          </a:prstGeom>
          <a:noFill/>
        </p:spPr>
        <p:txBody>
          <a:bodyPr wrap="square">
            <a:spAutoFit/>
          </a:bodyPr>
          <a:lstStyle/>
          <a:p>
            <a:pPr algn="l"/>
            <a:r>
              <a:rPr lang="en-US" sz="2400" b="1" i="0" dirty="0">
                <a:solidFill>
                  <a:srgbClr val="000000"/>
                </a:solidFill>
                <a:effectLst/>
                <a:latin typeface="Arial" panose="020B0604020202020204" pitchFamily="34" charset="0"/>
              </a:rPr>
              <a:t>Types of Malware Analysis Techniques:</a:t>
            </a:r>
            <a:endParaRPr lang="en-US" sz="2400" b="0" i="0" dirty="0">
              <a:solidFill>
                <a:srgbClr val="000000"/>
              </a:solidFill>
              <a:effectLst/>
              <a:latin typeface="Arial" panose="020B0604020202020204" pitchFamily="34" charset="0"/>
            </a:endParaRPr>
          </a:p>
        </p:txBody>
      </p:sp>
      <p:sp>
        <p:nvSpPr>
          <p:cNvPr id="16" name="TextBox 15">
            <a:extLst>
              <a:ext uri="{FF2B5EF4-FFF2-40B4-BE49-F238E27FC236}">
                <a16:creationId xmlns:a16="http://schemas.microsoft.com/office/drawing/2014/main" id="{7CC30D04-8A1C-7829-53D9-21F744B98DF6}"/>
              </a:ext>
            </a:extLst>
          </p:cNvPr>
          <p:cNvSpPr txBox="1"/>
          <p:nvPr/>
        </p:nvSpPr>
        <p:spPr>
          <a:xfrm>
            <a:off x="198783" y="2299727"/>
            <a:ext cx="11493572" cy="3693319"/>
          </a:xfrm>
          <a:prstGeom prst="rect">
            <a:avLst/>
          </a:prstGeom>
          <a:noFill/>
        </p:spPr>
        <p:txBody>
          <a:bodyPr wrap="square">
            <a:spAutoFit/>
          </a:bodyPr>
          <a:lstStyle/>
          <a:p>
            <a:pPr algn="just"/>
            <a:r>
              <a:rPr lang="en-US" b="0" i="0" dirty="0">
                <a:effectLst/>
              </a:rPr>
              <a:t>Types of malware analysis include static, dynamic or a hybrid of the two.</a:t>
            </a:r>
          </a:p>
          <a:p>
            <a:pPr algn="just"/>
            <a:endParaRPr lang="en-US" b="0" i="0" dirty="0">
              <a:effectLst/>
            </a:endParaRPr>
          </a:p>
          <a:p>
            <a:pPr algn="just"/>
            <a:r>
              <a:rPr lang="en-US" b="0" i="0" dirty="0">
                <a:effectLst/>
              </a:rPr>
              <a:t>The static analysis does not analyze the code when it is running. Instead, it examines files for malicious intent. This makes it useful to identify infrastructure, packed files, and libraries. Some technical indicators can be used to determine if the file is malicious. However, since it does not run the code, it is difficult to detect sophisticated malware.</a:t>
            </a:r>
          </a:p>
          <a:p>
            <a:pPr algn="just"/>
            <a:endParaRPr lang="en-US" sz="2000" b="0" i="0" dirty="0">
              <a:effectLst/>
            </a:endParaRPr>
          </a:p>
          <a:p>
            <a:pPr algn="just"/>
            <a:r>
              <a:rPr lang="en-US" b="0" i="0" dirty="0">
                <a:effectLst/>
              </a:rPr>
              <a:t>Dynamic analysis executes any suspicious malicious code in a secure environment called a sandbox. It enables security professionals to watch the malware in action and not impacting the risk of infecting the system. It offers deeper visibility to reveal the true nature of the threat. It also reduces the time to rediscover a file with malicious code. Hackers and adversaries often hide code in a sandbox that will not run until some conditions are met.</a:t>
            </a:r>
          </a:p>
          <a:p>
            <a:pPr algn="just"/>
            <a:endParaRPr lang="en-US" b="0" i="0" dirty="0">
              <a:effectLst/>
            </a:endParaRPr>
          </a:p>
          <a:p>
            <a:pPr algn="just"/>
            <a:r>
              <a:rPr lang="en-US" b="0" i="0" dirty="0">
                <a:effectLst/>
              </a:rPr>
              <a:t>The hybrid analysis is a combination of basic and dynamic techniques to provide the best of both approaches. It detects malicious codes and extracts more indicators of compromise. It can even help detect this in sophisticated malware.</a:t>
            </a:r>
          </a:p>
        </p:txBody>
      </p:sp>
    </p:spTree>
    <p:extLst>
      <p:ext uri="{BB962C8B-B14F-4D97-AF65-F5344CB8AC3E}">
        <p14:creationId xmlns:p14="http://schemas.microsoft.com/office/powerpoint/2010/main" val="1671300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4</a:t>
            </a:fld>
            <a:endParaRPr lang="en-US" dirty="0"/>
          </a:p>
        </p:txBody>
      </p:sp>
      <p:sp>
        <p:nvSpPr>
          <p:cNvPr id="7" name="TextBox 6">
            <a:extLst>
              <a:ext uri="{FF2B5EF4-FFF2-40B4-BE49-F238E27FC236}">
                <a16:creationId xmlns:a16="http://schemas.microsoft.com/office/drawing/2014/main" id="{A7F8FAED-306C-2143-150D-6BD23C9C8D76}"/>
              </a:ext>
            </a:extLst>
          </p:cNvPr>
          <p:cNvSpPr txBox="1"/>
          <p:nvPr/>
        </p:nvSpPr>
        <p:spPr>
          <a:xfrm>
            <a:off x="813088" y="1294399"/>
            <a:ext cx="6094268" cy="461665"/>
          </a:xfrm>
          <a:prstGeom prst="rect">
            <a:avLst/>
          </a:prstGeom>
          <a:noFill/>
        </p:spPr>
        <p:txBody>
          <a:bodyPr wrap="square">
            <a:spAutoFit/>
          </a:bodyPr>
          <a:lstStyle/>
          <a:p>
            <a:pPr algn="l"/>
            <a:r>
              <a:rPr lang="en-IN" sz="2400" b="1" i="0" dirty="0">
                <a:solidFill>
                  <a:srgbClr val="000000"/>
                </a:solidFill>
                <a:effectLst/>
                <a:latin typeface="Arial" panose="020B0604020202020204" pitchFamily="34" charset="0"/>
              </a:rPr>
              <a:t> </a:t>
            </a:r>
            <a:r>
              <a:rPr lang="en-IN" sz="2400" b="1" i="0" dirty="0">
                <a:solidFill>
                  <a:srgbClr val="000000"/>
                </a:solidFill>
                <a:effectLst/>
              </a:rPr>
              <a:t>Static</a:t>
            </a:r>
            <a:r>
              <a:rPr lang="en-IN" sz="2400" b="1" i="0" dirty="0">
                <a:solidFill>
                  <a:srgbClr val="000000"/>
                </a:solidFill>
                <a:effectLst/>
                <a:latin typeface="Arial" panose="020B0604020202020204" pitchFamily="34" charset="0"/>
              </a:rPr>
              <a:t> vs. Dynamic</a:t>
            </a:r>
            <a:endParaRPr lang="en-IN" sz="2400" b="0" i="0" dirty="0">
              <a:solidFill>
                <a:srgbClr val="000000"/>
              </a:solidFill>
              <a:effectLst/>
              <a:latin typeface="Arial" panose="020B0604020202020204" pitchFamily="34" charset="0"/>
            </a:endParaRPr>
          </a:p>
        </p:txBody>
      </p:sp>
      <p:graphicFrame>
        <p:nvGraphicFramePr>
          <p:cNvPr id="9" name="Table 8">
            <a:extLst>
              <a:ext uri="{FF2B5EF4-FFF2-40B4-BE49-F238E27FC236}">
                <a16:creationId xmlns:a16="http://schemas.microsoft.com/office/drawing/2014/main" id="{C629C42C-662A-3229-FBD2-04A2F167958E}"/>
              </a:ext>
            </a:extLst>
          </p:cNvPr>
          <p:cNvGraphicFramePr>
            <a:graphicFrameLocks noGrp="1"/>
          </p:cNvGraphicFramePr>
          <p:nvPr>
            <p:extLst>
              <p:ext uri="{D42A27DB-BD31-4B8C-83A1-F6EECF244321}">
                <p14:modId xmlns:p14="http://schemas.microsoft.com/office/powerpoint/2010/main" val="1787188856"/>
              </p:ext>
            </p:extLst>
          </p:nvPr>
        </p:nvGraphicFramePr>
        <p:xfrm>
          <a:off x="740605" y="2217729"/>
          <a:ext cx="10710790" cy="4485936"/>
        </p:xfrm>
        <a:graphic>
          <a:graphicData uri="http://schemas.openxmlformats.org/drawingml/2006/table">
            <a:tbl>
              <a:tblPr/>
              <a:tblGrid>
                <a:gridCol w="5522610">
                  <a:extLst>
                    <a:ext uri="{9D8B030D-6E8A-4147-A177-3AD203B41FA5}">
                      <a16:colId xmlns:a16="http://schemas.microsoft.com/office/drawing/2014/main" val="2443189518"/>
                    </a:ext>
                  </a:extLst>
                </a:gridCol>
                <a:gridCol w="5188180">
                  <a:extLst>
                    <a:ext uri="{9D8B030D-6E8A-4147-A177-3AD203B41FA5}">
                      <a16:colId xmlns:a16="http://schemas.microsoft.com/office/drawing/2014/main" val="74096224"/>
                    </a:ext>
                  </a:extLst>
                </a:gridCol>
              </a:tblGrid>
              <a:tr h="478638">
                <a:tc>
                  <a:txBody>
                    <a:bodyPr/>
                    <a:lstStyle/>
                    <a:p>
                      <a:pPr algn="l"/>
                      <a:r>
                        <a:rPr lang="en-IN" sz="1800" b="1" dirty="0">
                          <a:solidFill>
                            <a:srgbClr val="FFFFFF"/>
                          </a:solidFill>
                          <a:effectLst/>
                          <a:latin typeface="+mn-lt"/>
                        </a:rPr>
                        <a:t>Static Malware Analysis</a:t>
                      </a:r>
                      <a:endParaRPr lang="en-IN" sz="1800" dirty="0">
                        <a:solidFill>
                          <a:srgbClr val="FFFFFF"/>
                        </a:solidFill>
                        <a:effectLst/>
                        <a:latin typeface="+mn-lt"/>
                      </a:endParaRPr>
                    </a:p>
                  </a:txBody>
                  <a:tcPr marL="68193" marR="68193" marT="81832" marB="818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898989"/>
                    </a:solidFill>
                  </a:tcPr>
                </a:tc>
                <a:tc>
                  <a:txBody>
                    <a:bodyPr/>
                    <a:lstStyle/>
                    <a:p>
                      <a:pPr algn="l"/>
                      <a:r>
                        <a:rPr lang="en-IN" sz="1800" b="1">
                          <a:solidFill>
                            <a:srgbClr val="FFFFFF"/>
                          </a:solidFill>
                          <a:effectLst/>
                          <a:latin typeface="+mn-lt"/>
                        </a:rPr>
                        <a:t>Dynamic Malware Analysis</a:t>
                      </a:r>
                      <a:endParaRPr lang="en-IN" sz="1800">
                        <a:solidFill>
                          <a:srgbClr val="FFFFFF"/>
                        </a:solidFill>
                        <a:effectLst/>
                        <a:latin typeface="+mn-lt"/>
                      </a:endParaRPr>
                    </a:p>
                  </a:txBody>
                  <a:tcPr marL="68193" marR="68193" marT="81832" marB="81832" anchor="ctr">
                    <a:lnL w="9525" cap="flat" cmpd="sng" algn="ctr">
                      <a:solidFill>
                        <a:srgbClr val="DDDDDD"/>
                      </a:solidFill>
                      <a:prstDash val="solid"/>
                      <a:round/>
                      <a:headEnd type="none" w="med" len="med"/>
                      <a:tailEnd type="none" w="med" len="med"/>
                    </a:lnL>
                    <a:lnR w="9525" cap="flat" cmpd="sng" algn="ctr">
                      <a:solidFill>
                        <a:srgbClr val="E09EDD"/>
                      </a:solidFill>
                      <a:prstDash val="solid"/>
                      <a:round/>
                      <a:headEnd type="none" w="med" len="med"/>
                      <a:tailEnd type="none" w="med" len="med"/>
                    </a:lnR>
                    <a:lnT w="9525" cap="flat" cmpd="sng" algn="ctr">
                      <a:solidFill>
                        <a:srgbClr val="209EDD"/>
                      </a:solidFill>
                      <a:prstDash val="solid"/>
                      <a:round/>
                      <a:headEnd type="none" w="med" len="med"/>
                      <a:tailEnd type="none" w="med" len="med"/>
                    </a:lnT>
                    <a:lnB w="9525" cap="flat" cmpd="sng" algn="ctr">
                      <a:solidFill>
                        <a:srgbClr val="20D6DD"/>
                      </a:solidFill>
                      <a:prstDash val="solid"/>
                      <a:round/>
                      <a:headEnd type="none" w="med" len="med"/>
                      <a:tailEnd type="none" w="med" len="med"/>
                    </a:lnB>
                    <a:solidFill>
                      <a:srgbClr val="898989"/>
                    </a:solidFill>
                  </a:tcPr>
                </a:tc>
                <a:extLst>
                  <a:ext uri="{0D108BD9-81ED-4DB2-BD59-A6C34878D82A}">
                    <a16:rowId xmlns:a16="http://schemas.microsoft.com/office/drawing/2014/main" val="1287958494"/>
                  </a:ext>
                </a:extLst>
              </a:tr>
              <a:tr h="565012">
                <a:tc>
                  <a:txBody>
                    <a:bodyPr/>
                    <a:lstStyle/>
                    <a:p>
                      <a:pPr algn="l"/>
                      <a:r>
                        <a:rPr lang="en-US" sz="1800">
                          <a:effectLst/>
                          <a:latin typeface="+mn-lt"/>
                        </a:rPr>
                        <a:t>The malware components and properties are analyzed without running the code.</a:t>
                      </a:r>
                    </a:p>
                  </a:txBody>
                  <a:tcPr marL="65465" marR="65465" marT="32733" marB="3273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800">
                          <a:effectLst/>
                          <a:latin typeface="+mn-lt"/>
                        </a:rPr>
                        <a:t>The malware is executed within a virtual environment, and its behavior is observed.</a:t>
                      </a:r>
                    </a:p>
                  </a:txBody>
                  <a:tcPr marL="65465" marR="65465" marT="32733" marB="32733" anchor="ctr">
                    <a:lnL w="9525" cap="flat" cmpd="sng" algn="ctr">
                      <a:solidFill>
                        <a:srgbClr val="DDDDDD"/>
                      </a:solidFill>
                      <a:prstDash val="solid"/>
                      <a:round/>
                      <a:headEnd type="none" w="med" len="med"/>
                      <a:tailEnd type="none" w="med" len="med"/>
                    </a:lnL>
                    <a:lnR w="9525" cap="flat" cmpd="sng" algn="ctr">
                      <a:solidFill>
                        <a:srgbClr val="00D7DD"/>
                      </a:solidFill>
                      <a:prstDash val="solid"/>
                      <a:round/>
                      <a:headEnd type="none" w="med" len="med"/>
                      <a:tailEnd type="none" w="med" len="med"/>
                    </a:lnR>
                    <a:lnT w="9525" cap="flat" cmpd="sng" algn="ctr">
                      <a:solidFill>
                        <a:srgbClr val="20D6DD"/>
                      </a:solidFill>
                      <a:prstDash val="solid"/>
                      <a:round/>
                      <a:headEnd type="none" w="med" len="med"/>
                      <a:tailEnd type="none" w="med" len="med"/>
                    </a:lnT>
                    <a:lnB w="9525" cap="flat" cmpd="sng" algn="ctr">
                      <a:solidFill>
                        <a:srgbClr val="209ADD"/>
                      </a:solidFill>
                      <a:prstDash val="solid"/>
                      <a:round/>
                      <a:headEnd type="none" w="med" len="med"/>
                      <a:tailEnd type="none" w="med" len="med"/>
                    </a:lnB>
                  </a:tcPr>
                </a:tc>
                <a:extLst>
                  <a:ext uri="{0D108BD9-81ED-4DB2-BD59-A6C34878D82A}">
                    <a16:rowId xmlns:a16="http://schemas.microsoft.com/office/drawing/2014/main" val="1122437794"/>
                  </a:ext>
                </a:extLst>
              </a:tr>
              <a:tr h="883005">
                <a:tc>
                  <a:txBody>
                    <a:bodyPr/>
                    <a:lstStyle/>
                    <a:p>
                      <a:pPr algn="l"/>
                      <a:r>
                        <a:rPr lang="en-US" sz="1800">
                          <a:effectLst/>
                          <a:latin typeface="+mn-lt"/>
                        </a:rPr>
                        <a:t>Static malware analysis is signature-based — i.e., the signature of the malware binary is determined by calculating the cryptographic hash.</a:t>
                      </a:r>
                    </a:p>
                  </a:txBody>
                  <a:tcPr marL="65465" marR="65465" marT="32733" marB="3273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800">
                          <a:effectLst/>
                          <a:latin typeface="+mn-lt"/>
                        </a:rPr>
                        <a:t>Dynamic malware analysis takes a behavior-based approach to malware detection and analysis.</a:t>
                      </a:r>
                    </a:p>
                  </a:txBody>
                  <a:tcPr marL="65465" marR="65465" marT="32733" marB="32733" anchor="ctr">
                    <a:lnL w="9525" cap="flat" cmpd="sng" algn="ctr">
                      <a:solidFill>
                        <a:srgbClr val="DDDDDD"/>
                      </a:solidFill>
                      <a:prstDash val="solid"/>
                      <a:round/>
                      <a:headEnd type="none" w="med" len="med"/>
                      <a:tailEnd type="none" w="med" len="med"/>
                    </a:lnL>
                    <a:lnR w="9525" cap="flat" cmpd="sng" algn="ctr">
                      <a:solidFill>
                        <a:srgbClr val="8099DD"/>
                      </a:solidFill>
                      <a:prstDash val="solid"/>
                      <a:round/>
                      <a:headEnd type="none" w="med" len="med"/>
                      <a:tailEnd type="none" w="med" len="med"/>
                    </a:lnR>
                    <a:lnT w="9525" cap="flat" cmpd="sng" algn="ctr">
                      <a:solidFill>
                        <a:srgbClr val="209ADD"/>
                      </a:solidFill>
                      <a:prstDash val="solid"/>
                      <a:round/>
                      <a:headEnd type="none" w="med" len="med"/>
                      <a:tailEnd type="none" w="med" len="med"/>
                    </a:lnT>
                    <a:lnB w="9525" cap="flat" cmpd="sng" algn="ctr">
                      <a:solidFill>
                        <a:srgbClr val="C09BDD"/>
                      </a:solidFill>
                      <a:prstDash val="solid"/>
                      <a:round/>
                      <a:headEnd type="none" w="med" len="med"/>
                      <a:tailEnd type="none" w="med" len="med"/>
                    </a:lnB>
                  </a:tcPr>
                </a:tc>
                <a:extLst>
                  <a:ext uri="{0D108BD9-81ED-4DB2-BD59-A6C34878D82A}">
                    <a16:rowId xmlns:a16="http://schemas.microsoft.com/office/drawing/2014/main" val="3645607070"/>
                  </a:ext>
                </a:extLst>
              </a:tr>
              <a:tr h="1095000">
                <a:tc>
                  <a:txBody>
                    <a:bodyPr/>
                    <a:lstStyle/>
                    <a:p>
                      <a:pPr algn="l"/>
                      <a:r>
                        <a:rPr lang="en-US" sz="1800" dirty="0">
                          <a:effectLst/>
                          <a:latin typeface="+mn-lt"/>
                        </a:rPr>
                        <a:t>The malware binary can be reverse-engineered by using a disassembler.</a:t>
                      </a:r>
                    </a:p>
                  </a:txBody>
                  <a:tcPr marL="65465" marR="65465" marT="32733" marB="3273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800">
                          <a:effectLst/>
                          <a:latin typeface="+mn-lt"/>
                        </a:rPr>
                        <a:t>The malware binary can be reverse-engineered using disassemblers and debuggers to understand and control certain aspects of the program when executing.</a:t>
                      </a:r>
                    </a:p>
                  </a:txBody>
                  <a:tcPr marL="65465" marR="65465" marT="32733" marB="32733" anchor="ctr">
                    <a:lnL w="9525" cap="flat" cmpd="sng" algn="ctr">
                      <a:solidFill>
                        <a:srgbClr val="DDDDDD"/>
                      </a:solidFill>
                      <a:prstDash val="solid"/>
                      <a:round/>
                      <a:headEnd type="none" w="med" len="med"/>
                      <a:tailEnd type="none" w="med" len="med"/>
                    </a:lnL>
                    <a:lnR w="9525" cap="flat" cmpd="sng" algn="ctr">
                      <a:solidFill>
                        <a:srgbClr val="609BDD"/>
                      </a:solidFill>
                      <a:prstDash val="solid"/>
                      <a:round/>
                      <a:headEnd type="none" w="med" len="med"/>
                      <a:tailEnd type="none" w="med" len="med"/>
                    </a:lnR>
                    <a:lnT w="9525" cap="flat" cmpd="sng" algn="ctr">
                      <a:solidFill>
                        <a:srgbClr val="C09BDD"/>
                      </a:solidFill>
                      <a:prstDash val="solid"/>
                      <a:round/>
                      <a:headEnd type="none" w="med" len="med"/>
                      <a:tailEnd type="none" w="med" len="med"/>
                    </a:lnT>
                    <a:lnB w="9525" cap="flat" cmpd="sng" algn="ctr">
                      <a:solidFill>
                        <a:srgbClr val="609BDD"/>
                      </a:solidFill>
                      <a:prstDash val="solid"/>
                      <a:round/>
                      <a:headEnd type="none" w="med" len="med"/>
                      <a:tailEnd type="none" w="med" len="med"/>
                    </a:lnB>
                  </a:tcPr>
                </a:tc>
                <a:extLst>
                  <a:ext uri="{0D108BD9-81ED-4DB2-BD59-A6C34878D82A}">
                    <a16:rowId xmlns:a16="http://schemas.microsoft.com/office/drawing/2014/main" val="2139549726"/>
                  </a:ext>
                </a:extLst>
              </a:tr>
              <a:tr h="671010">
                <a:tc>
                  <a:txBody>
                    <a:bodyPr/>
                    <a:lstStyle/>
                    <a:p>
                      <a:pPr algn="l"/>
                      <a:r>
                        <a:rPr lang="en-US" sz="1800">
                          <a:effectLst/>
                          <a:latin typeface="+mn-lt"/>
                        </a:rPr>
                        <a:t>Static malware analysis involves virus scanning, fingerprinting, memory dumping, etc.</a:t>
                      </a:r>
                    </a:p>
                  </a:txBody>
                  <a:tcPr marL="65465" marR="65465" marT="32733" marB="3273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800">
                          <a:effectLst/>
                          <a:latin typeface="+mn-lt"/>
                        </a:rPr>
                        <a:t>Dynamic malware analysis involves registry changes, API calls, memory writes, etc.</a:t>
                      </a:r>
                    </a:p>
                  </a:txBody>
                  <a:tcPr marL="65465" marR="65465" marT="32733" marB="32733" anchor="ctr">
                    <a:lnL w="9525" cap="flat" cmpd="sng" algn="ctr">
                      <a:solidFill>
                        <a:srgbClr val="DDDDDD"/>
                      </a:solidFill>
                      <a:prstDash val="solid"/>
                      <a:round/>
                      <a:headEnd type="none" w="med" len="med"/>
                      <a:tailEnd type="none" w="med" len="med"/>
                    </a:lnL>
                    <a:lnR w="9525" cap="flat" cmpd="sng" algn="ctr">
                      <a:solidFill>
                        <a:srgbClr val="009CDD"/>
                      </a:solidFill>
                      <a:prstDash val="solid"/>
                      <a:round/>
                      <a:headEnd type="none" w="med" len="med"/>
                      <a:tailEnd type="none" w="med" len="med"/>
                    </a:lnR>
                    <a:lnT w="9525" cap="flat" cmpd="sng" algn="ctr">
                      <a:solidFill>
                        <a:srgbClr val="609BDD"/>
                      </a:solidFill>
                      <a:prstDash val="solid"/>
                      <a:round/>
                      <a:headEnd type="none" w="med" len="med"/>
                      <a:tailEnd type="none" w="med" len="med"/>
                    </a:lnT>
                    <a:lnB w="9525" cap="flat" cmpd="sng" algn="ctr">
                      <a:solidFill>
                        <a:srgbClr val="609BDD"/>
                      </a:solidFill>
                      <a:prstDash val="solid"/>
                      <a:round/>
                      <a:headEnd type="none" w="med" len="med"/>
                      <a:tailEnd type="none" w="med" len="med"/>
                    </a:lnB>
                  </a:tcPr>
                </a:tc>
                <a:extLst>
                  <a:ext uri="{0D108BD9-81ED-4DB2-BD59-A6C34878D82A}">
                    <a16:rowId xmlns:a16="http://schemas.microsoft.com/office/drawing/2014/main" val="2111164524"/>
                  </a:ext>
                </a:extLst>
              </a:tr>
              <a:tr h="671010">
                <a:tc>
                  <a:txBody>
                    <a:bodyPr/>
                    <a:lstStyle/>
                    <a:p>
                      <a:pPr algn="l"/>
                      <a:r>
                        <a:rPr lang="en-US" sz="1800">
                          <a:effectLst/>
                          <a:latin typeface="+mn-lt"/>
                        </a:rPr>
                        <a:t>It can be rendered ineffective against unknown or new malware types or in more sophisticated attack scenarios.</a:t>
                      </a:r>
                    </a:p>
                  </a:txBody>
                  <a:tcPr marL="65465" marR="65465" marT="32733" marB="3273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800" dirty="0">
                          <a:effectLst/>
                          <a:latin typeface="+mn-lt"/>
                        </a:rPr>
                        <a:t>It is more effective and provides a higher detection rate than static analysis.</a:t>
                      </a:r>
                    </a:p>
                  </a:txBody>
                  <a:tcPr marL="65465" marR="65465" marT="32733" marB="32733" anchor="ctr">
                    <a:lnL w="9525" cap="flat" cmpd="sng" algn="ctr">
                      <a:solidFill>
                        <a:srgbClr val="DDDDDD"/>
                      </a:solidFill>
                      <a:prstDash val="solid"/>
                      <a:round/>
                      <a:headEnd type="none" w="med" len="med"/>
                      <a:tailEnd type="none" w="med" len="med"/>
                    </a:lnL>
                    <a:lnR w="9525" cap="flat" cmpd="sng" algn="ctr">
                      <a:solidFill>
                        <a:srgbClr val="209ADD"/>
                      </a:solidFill>
                      <a:prstDash val="solid"/>
                      <a:round/>
                      <a:headEnd type="none" w="med" len="med"/>
                      <a:tailEnd type="none" w="med" len="med"/>
                    </a:lnR>
                    <a:lnT w="9525" cap="flat" cmpd="sng" algn="ctr">
                      <a:solidFill>
                        <a:srgbClr val="609BDD"/>
                      </a:solidFill>
                      <a:prstDash val="solid"/>
                      <a:round/>
                      <a:headEnd type="none" w="med" len="med"/>
                      <a:tailEnd type="none" w="med" len="med"/>
                    </a:lnT>
                    <a:lnB w="9525" cap="flat" cmpd="sng" algn="ctr">
                      <a:solidFill>
                        <a:srgbClr val="E09DDD"/>
                      </a:solidFill>
                      <a:prstDash val="solid"/>
                      <a:round/>
                      <a:headEnd type="none" w="med" len="med"/>
                      <a:tailEnd type="none" w="med" len="med"/>
                    </a:lnB>
                  </a:tcPr>
                </a:tc>
                <a:extLst>
                  <a:ext uri="{0D108BD9-81ED-4DB2-BD59-A6C34878D82A}">
                    <a16:rowId xmlns:a16="http://schemas.microsoft.com/office/drawing/2014/main" val="444732130"/>
                  </a:ext>
                </a:extLst>
              </a:tr>
            </a:tbl>
          </a:graphicData>
        </a:graphic>
      </p:graphicFrame>
      <p:sp>
        <p:nvSpPr>
          <p:cNvPr id="10" name="Rectangle 1">
            <a:extLst>
              <a:ext uri="{FF2B5EF4-FFF2-40B4-BE49-F238E27FC236}">
                <a16:creationId xmlns:a16="http://schemas.microsoft.com/office/drawing/2014/main" id="{09543AAE-9375-8572-5D7E-7397DDC00AB3}"/>
              </a:ext>
            </a:extLst>
          </p:cNvPr>
          <p:cNvSpPr>
            <a:spLocks noChangeArrowheads="1"/>
          </p:cNvSpPr>
          <p:nvPr/>
        </p:nvSpPr>
        <p:spPr bwMode="auto">
          <a:xfrm>
            <a:off x="907430" y="1756064"/>
            <a:ext cx="262580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cs typeface="Arial" panose="020B0604020202020204" pitchFamily="34" charset="0"/>
              </a:rPr>
              <a:t>In the table below, we break down the differences between these two malware analysis techniques:</a:t>
            </a: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268057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5</a:t>
            </a:fld>
            <a:endParaRPr lang="en-US" dirty="0"/>
          </a:p>
        </p:txBody>
      </p:sp>
      <p:sp>
        <p:nvSpPr>
          <p:cNvPr id="5" name="TextBox 4">
            <a:extLst>
              <a:ext uri="{FF2B5EF4-FFF2-40B4-BE49-F238E27FC236}">
                <a16:creationId xmlns:a16="http://schemas.microsoft.com/office/drawing/2014/main" id="{FCDB79FF-8D55-1490-14E9-A150D65ACA00}"/>
              </a:ext>
            </a:extLst>
          </p:cNvPr>
          <p:cNvSpPr txBox="1"/>
          <p:nvPr/>
        </p:nvSpPr>
        <p:spPr>
          <a:xfrm>
            <a:off x="501361" y="1232844"/>
            <a:ext cx="6094268" cy="523220"/>
          </a:xfrm>
          <a:prstGeom prst="rect">
            <a:avLst/>
          </a:prstGeom>
          <a:noFill/>
        </p:spPr>
        <p:txBody>
          <a:bodyPr wrap="square">
            <a:spAutoFit/>
          </a:bodyPr>
          <a:lstStyle/>
          <a:p>
            <a:r>
              <a:rPr lang="en-IN" sz="2800" dirty="0"/>
              <a:t>Lab Layout - Self-Hosted (VirtualBox) </a:t>
            </a:r>
          </a:p>
        </p:txBody>
      </p:sp>
      <p:sp>
        <p:nvSpPr>
          <p:cNvPr id="8" name="TextBox 7">
            <a:extLst>
              <a:ext uri="{FF2B5EF4-FFF2-40B4-BE49-F238E27FC236}">
                <a16:creationId xmlns:a16="http://schemas.microsoft.com/office/drawing/2014/main" id="{93176DA6-27A4-18D5-1F71-19C09C2A13E9}"/>
              </a:ext>
            </a:extLst>
          </p:cNvPr>
          <p:cNvSpPr txBox="1"/>
          <p:nvPr/>
        </p:nvSpPr>
        <p:spPr>
          <a:xfrm>
            <a:off x="501361" y="2139480"/>
            <a:ext cx="11365057" cy="4093428"/>
          </a:xfrm>
          <a:prstGeom prst="rect">
            <a:avLst/>
          </a:prstGeom>
          <a:noFill/>
        </p:spPr>
        <p:txBody>
          <a:bodyPr wrap="square">
            <a:spAutoFit/>
          </a:bodyPr>
          <a:lstStyle/>
          <a:p>
            <a:pPr marL="342900" indent="-342900">
              <a:buFont typeface="Arial" panose="020B0604020202020204" pitchFamily="34" charset="0"/>
              <a:buChar char="•"/>
            </a:pPr>
            <a:r>
              <a:rPr lang="en-IN" sz="2000" dirty="0"/>
              <a:t>Download Virtual box</a:t>
            </a:r>
          </a:p>
          <a:p>
            <a:pPr marL="342900" indent="-342900">
              <a:buFont typeface="Arial" panose="020B0604020202020204" pitchFamily="34" charset="0"/>
              <a:buChar char="•"/>
            </a:pPr>
            <a:r>
              <a:rPr lang="en-US" sz="2000" dirty="0"/>
              <a:t>Download VirtualBox Link: https://www.virtualbox.org/wiki/Downloads</a:t>
            </a:r>
            <a:endParaRPr lang="en-IN" sz="2000" dirty="0"/>
          </a:p>
          <a:p>
            <a:pPr marL="342900" indent="-342900">
              <a:buFont typeface="Arial" panose="020B0604020202020204" pitchFamily="34" charset="0"/>
              <a:buChar char="•"/>
            </a:pPr>
            <a:r>
              <a:rPr lang="en-IN" sz="2000" dirty="0"/>
              <a:t>Download windows 10 Enterprise ISO</a:t>
            </a:r>
          </a:p>
          <a:p>
            <a:pPr marL="342900" indent="-342900">
              <a:buFont typeface="Arial" panose="020B0604020202020204" pitchFamily="34" charset="0"/>
              <a:buChar char="•"/>
            </a:pPr>
            <a:r>
              <a:rPr lang="en-US" sz="2000" dirty="0"/>
              <a:t>Download Windows 10 Enterprise Link: https://info.microsoft.com/ww-landing-windows-10-enterprise.html https://www.microsoft.com/en-us/evalcenter/download-windows-10-enterprise </a:t>
            </a:r>
            <a:endParaRPr lang="en-IN" sz="2000" dirty="0"/>
          </a:p>
          <a:p>
            <a:pPr marL="342900" indent="-342900">
              <a:buFont typeface="Arial" panose="020B0604020202020204" pitchFamily="34" charset="0"/>
              <a:buChar char="•"/>
            </a:pPr>
            <a:r>
              <a:rPr lang="en-IN" sz="2000" dirty="0"/>
              <a:t>Setup flare </a:t>
            </a:r>
            <a:r>
              <a:rPr lang="en-IN" sz="2000" dirty="0" err="1"/>
              <a:t>vm</a:t>
            </a:r>
            <a:endParaRPr lang="en-IN" sz="2000" dirty="0"/>
          </a:p>
          <a:p>
            <a:pPr marL="342900" indent="-342900">
              <a:buFont typeface="Arial" panose="020B0604020202020204" pitchFamily="34" charset="0"/>
              <a:buChar char="•"/>
            </a:pPr>
            <a:r>
              <a:rPr lang="en-IN" sz="2000" dirty="0"/>
              <a:t>Download </a:t>
            </a:r>
            <a:r>
              <a:rPr lang="en-IN" sz="2000" dirty="0" err="1"/>
              <a:t>Remnux</a:t>
            </a:r>
            <a:endParaRPr lang="en-IN" sz="2000" dirty="0"/>
          </a:p>
          <a:p>
            <a:pPr marL="342900" indent="-342900">
              <a:buFont typeface="Arial" panose="020B0604020202020204" pitchFamily="34" charset="0"/>
              <a:buChar char="•"/>
            </a:pPr>
            <a:r>
              <a:rPr lang="en-US" sz="2000" dirty="0"/>
              <a:t>Download </a:t>
            </a:r>
            <a:r>
              <a:rPr lang="en-US" sz="2000" dirty="0" err="1"/>
              <a:t>Remnux</a:t>
            </a:r>
            <a:r>
              <a:rPr lang="en-US" sz="2000" dirty="0"/>
              <a:t> (virtual box ova box version) Link: https://docs.remnux.org/install-distro/get-virtual-appliance</a:t>
            </a:r>
            <a:endParaRPr lang="en-IN" sz="2000" dirty="0"/>
          </a:p>
          <a:p>
            <a:pPr marL="342900" indent="-342900">
              <a:buFont typeface="Arial" panose="020B0604020202020204" pitchFamily="34" charset="0"/>
              <a:buChar char="•"/>
            </a:pPr>
            <a:r>
              <a:rPr lang="en-IN" sz="2000" dirty="0"/>
              <a:t>Setup EC2 Instance</a:t>
            </a:r>
          </a:p>
          <a:p>
            <a:pPr marL="342900" indent="-342900">
              <a:buFont typeface="Arial" panose="020B0604020202020204" pitchFamily="34" charset="0"/>
              <a:buChar char="•"/>
            </a:pPr>
            <a:r>
              <a:rPr lang="en-IN" sz="2000" dirty="0"/>
              <a:t>Setup AMI</a:t>
            </a:r>
          </a:p>
          <a:p>
            <a:pPr marL="342900" indent="-342900">
              <a:buFont typeface="Arial" panose="020B0604020202020204" pitchFamily="34" charset="0"/>
              <a:buChar char="•"/>
            </a:pPr>
            <a:r>
              <a:rPr lang="en-IN" sz="2000" dirty="0"/>
              <a:t>Setup Terraform</a:t>
            </a:r>
          </a:p>
          <a:p>
            <a:pPr marL="342900" indent="-342900">
              <a:buFont typeface="Arial" panose="020B0604020202020204" pitchFamily="34" charset="0"/>
              <a:buChar char="•"/>
            </a:pPr>
            <a:endParaRPr lang="en-IN" sz="2000" dirty="0"/>
          </a:p>
        </p:txBody>
      </p:sp>
    </p:spTree>
    <p:extLst>
      <p:ext uri="{BB962C8B-B14F-4D97-AF65-F5344CB8AC3E}">
        <p14:creationId xmlns:p14="http://schemas.microsoft.com/office/powerpoint/2010/main" val="3468774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6</a:t>
            </a:fld>
            <a:endParaRPr lang="en-US" dirty="0"/>
          </a:p>
        </p:txBody>
      </p:sp>
      <p:sp>
        <p:nvSpPr>
          <p:cNvPr id="5" name="TextBox 4">
            <a:extLst>
              <a:ext uri="{FF2B5EF4-FFF2-40B4-BE49-F238E27FC236}">
                <a16:creationId xmlns:a16="http://schemas.microsoft.com/office/drawing/2014/main" id="{FCDB79FF-8D55-1490-14E9-A150D65ACA00}"/>
              </a:ext>
            </a:extLst>
          </p:cNvPr>
          <p:cNvSpPr txBox="1"/>
          <p:nvPr/>
        </p:nvSpPr>
        <p:spPr>
          <a:xfrm>
            <a:off x="501361" y="1232844"/>
            <a:ext cx="6094268" cy="523220"/>
          </a:xfrm>
          <a:prstGeom prst="rect">
            <a:avLst/>
          </a:prstGeom>
          <a:noFill/>
        </p:spPr>
        <p:txBody>
          <a:bodyPr wrap="square">
            <a:spAutoFit/>
          </a:bodyPr>
          <a:lstStyle/>
          <a:p>
            <a:r>
              <a:rPr lang="en-IN" sz="2800" dirty="0"/>
              <a:t>Lab Layout - Self-Hosted (VirtualBox) </a:t>
            </a:r>
          </a:p>
        </p:txBody>
      </p:sp>
      <p:sp>
        <p:nvSpPr>
          <p:cNvPr id="4" name="TextBox 3">
            <a:extLst>
              <a:ext uri="{FF2B5EF4-FFF2-40B4-BE49-F238E27FC236}">
                <a16:creationId xmlns:a16="http://schemas.microsoft.com/office/drawing/2014/main" id="{67718387-25A1-B157-844E-DA89ED502F4B}"/>
              </a:ext>
            </a:extLst>
          </p:cNvPr>
          <p:cNvSpPr txBox="1"/>
          <p:nvPr/>
        </p:nvSpPr>
        <p:spPr>
          <a:xfrm>
            <a:off x="416719" y="1756064"/>
            <a:ext cx="9404614" cy="400110"/>
          </a:xfrm>
          <a:prstGeom prst="rect">
            <a:avLst/>
          </a:prstGeom>
          <a:noFill/>
        </p:spPr>
        <p:txBody>
          <a:bodyPr wrap="square" rtlCol="0">
            <a:spAutoFit/>
          </a:bodyPr>
          <a:lstStyle/>
          <a:p>
            <a:r>
              <a:rPr lang="en-IN" sz="2000" dirty="0"/>
              <a:t>STEPS TO INSTALL VIRTUALBOX IN WINDOWS USING WINDOWS INSTALLER</a:t>
            </a:r>
          </a:p>
        </p:txBody>
      </p:sp>
      <p:sp>
        <p:nvSpPr>
          <p:cNvPr id="6" name="TextBox 5">
            <a:extLst>
              <a:ext uri="{FF2B5EF4-FFF2-40B4-BE49-F238E27FC236}">
                <a16:creationId xmlns:a16="http://schemas.microsoft.com/office/drawing/2014/main" id="{50BA7B07-DFCC-215A-FE55-7045BDDA0451}"/>
              </a:ext>
            </a:extLst>
          </p:cNvPr>
          <p:cNvSpPr txBox="1"/>
          <p:nvPr/>
        </p:nvSpPr>
        <p:spPr>
          <a:xfrm>
            <a:off x="416719" y="2196067"/>
            <a:ext cx="9404614" cy="1231106"/>
          </a:xfrm>
          <a:prstGeom prst="rect">
            <a:avLst/>
          </a:prstGeom>
          <a:noFill/>
        </p:spPr>
        <p:txBody>
          <a:bodyPr wrap="square" rtlCol="0">
            <a:spAutoFit/>
          </a:bodyPr>
          <a:lstStyle/>
          <a:p>
            <a:r>
              <a:rPr lang="en-IN" sz="2000" dirty="0"/>
              <a:t>STEPS</a:t>
            </a:r>
          </a:p>
          <a:p>
            <a:pPr marL="285750" indent="-285750">
              <a:buFont typeface="Arial" panose="020B0604020202020204" pitchFamily="34" charset="0"/>
              <a:buChar char="•"/>
            </a:pPr>
            <a:r>
              <a:rPr lang="en-IN" dirty="0"/>
              <a:t>To Download Virtual Box visit the given link </a:t>
            </a:r>
            <a:r>
              <a:rPr lang="en-US" sz="1800" dirty="0">
                <a:hlinkClick r:id="rId2"/>
              </a:rPr>
              <a:t>https://www.virtualbox.org/wiki/Downloads</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b="0" i="0" dirty="0">
                <a:effectLst/>
              </a:rPr>
              <a:t>Click on "</a:t>
            </a:r>
            <a:r>
              <a:rPr lang="en-US" b="1" i="0" dirty="0">
                <a:effectLst/>
              </a:rPr>
              <a:t>Windows hosts</a:t>
            </a:r>
            <a:r>
              <a:rPr lang="en-US" b="0" i="0" dirty="0">
                <a:effectLst/>
              </a:rPr>
              <a:t>" option to download the .exe installer</a:t>
            </a:r>
            <a:r>
              <a:rPr lang="en-US" b="0" i="0" dirty="0">
                <a:solidFill>
                  <a:srgbClr val="BFBFBF"/>
                </a:solidFill>
                <a:effectLst/>
              </a:rPr>
              <a:t>.</a:t>
            </a:r>
            <a:endParaRPr lang="en-IN" dirty="0"/>
          </a:p>
        </p:txBody>
      </p:sp>
      <p:pic>
        <p:nvPicPr>
          <p:cNvPr id="3074" name="Picture 2" descr="virtualbox download">
            <a:extLst>
              <a:ext uri="{FF2B5EF4-FFF2-40B4-BE49-F238E27FC236}">
                <a16:creationId xmlns:a16="http://schemas.microsoft.com/office/drawing/2014/main" id="{219902CA-6C89-D3B1-EA01-E032A8BE34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429" y="3582624"/>
            <a:ext cx="6810446" cy="28181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5565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7</a:t>
            </a:fld>
            <a:endParaRPr lang="en-US" dirty="0"/>
          </a:p>
        </p:txBody>
      </p:sp>
      <p:sp>
        <p:nvSpPr>
          <p:cNvPr id="5" name="TextBox 4">
            <a:extLst>
              <a:ext uri="{FF2B5EF4-FFF2-40B4-BE49-F238E27FC236}">
                <a16:creationId xmlns:a16="http://schemas.microsoft.com/office/drawing/2014/main" id="{FCDB79FF-8D55-1490-14E9-A150D65ACA00}"/>
              </a:ext>
            </a:extLst>
          </p:cNvPr>
          <p:cNvSpPr txBox="1"/>
          <p:nvPr/>
        </p:nvSpPr>
        <p:spPr>
          <a:xfrm>
            <a:off x="501361" y="1232844"/>
            <a:ext cx="6094268" cy="523220"/>
          </a:xfrm>
          <a:prstGeom prst="rect">
            <a:avLst/>
          </a:prstGeom>
          <a:noFill/>
        </p:spPr>
        <p:txBody>
          <a:bodyPr wrap="square">
            <a:spAutoFit/>
          </a:bodyPr>
          <a:lstStyle/>
          <a:p>
            <a:r>
              <a:rPr lang="en-IN" sz="2800" dirty="0"/>
              <a:t>Lab Layout - Self-Hosted (VirtualBox) </a:t>
            </a:r>
          </a:p>
        </p:txBody>
      </p:sp>
      <p:sp>
        <p:nvSpPr>
          <p:cNvPr id="4" name="TextBox 3">
            <a:extLst>
              <a:ext uri="{FF2B5EF4-FFF2-40B4-BE49-F238E27FC236}">
                <a16:creationId xmlns:a16="http://schemas.microsoft.com/office/drawing/2014/main" id="{67718387-25A1-B157-844E-DA89ED502F4B}"/>
              </a:ext>
            </a:extLst>
          </p:cNvPr>
          <p:cNvSpPr txBox="1"/>
          <p:nvPr/>
        </p:nvSpPr>
        <p:spPr>
          <a:xfrm>
            <a:off x="416719" y="1756064"/>
            <a:ext cx="9404614" cy="400110"/>
          </a:xfrm>
          <a:prstGeom prst="rect">
            <a:avLst/>
          </a:prstGeom>
          <a:noFill/>
        </p:spPr>
        <p:txBody>
          <a:bodyPr wrap="square" rtlCol="0">
            <a:spAutoFit/>
          </a:bodyPr>
          <a:lstStyle/>
          <a:p>
            <a:r>
              <a:rPr lang="en-IN" sz="2000" dirty="0"/>
              <a:t>STEPS TO INSTALL VIRTUALBOX IN WINDOWS USING WINDOWS INSTALLER</a:t>
            </a:r>
          </a:p>
        </p:txBody>
      </p:sp>
      <p:sp>
        <p:nvSpPr>
          <p:cNvPr id="6" name="TextBox 5">
            <a:extLst>
              <a:ext uri="{FF2B5EF4-FFF2-40B4-BE49-F238E27FC236}">
                <a16:creationId xmlns:a16="http://schemas.microsoft.com/office/drawing/2014/main" id="{50BA7B07-DFCC-215A-FE55-7045BDDA0451}"/>
              </a:ext>
            </a:extLst>
          </p:cNvPr>
          <p:cNvSpPr txBox="1"/>
          <p:nvPr/>
        </p:nvSpPr>
        <p:spPr>
          <a:xfrm>
            <a:off x="416719" y="2196067"/>
            <a:ext cx="9404614" cy="677108"/>
          </a:xfrm>
          <a:prstGeom prst="rect">
            <a:avLst/>
          </a:prstGeom>
          <a:noFill/>
        </p:spPr>
        <p:txBody>
          <a:bodyPr wrap="square" rtlCol="0">
            <a:spAutoFit/>
          </a:bodyPr>
          <a:lstStyle/>
          <a:p>
            <a:r>
              <a:rPr lang="en-IN" sz="2000" dirty="0"/>
              <a:t>STEPS</a:t>
            </a:r>
          </a:p>
          <a:p>
            <a:pPr marL="285750" indent="-285750">
              <a:buFont typeface="Arial" panose="020B0604020202020204" pitchFamily="34" charset="0"/>
              <a:buChar char="•"/>
            </a:pPr>
            <a:r>
              <a:rPr lang="en-US" b="0" i="0" dirty="0">
                <a:effectLst/>
              </a:rPr>
              <a:t>Once you download the installer (.exe) file, here's what is next after launching it:</a:t>
            </a:r>
            <a:endParaRPr lang="en-US" sz="1800" dirty="0"/>
          </a:p>
        </p:txBody>
      </p:sp>
      <p:pic>
        <p:nvPicPr>
          <p:cNvPr id="4098" name="Picture 2" descr="virtualbox installation start">
            <a:extLst>
              <a:ext uri="{FF2B5EF4-FFF2-40B4-BE49-F238E27FC236}">
                <a16:creationId xmlns:a16="http://schemas.microsoft.com/office/drawing/2014/main" id="{3C953EE1-4EE7-54FA-28D8-75E8F913C8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868" y="2913068"/>
            <a:ext cx="6612465" cy="3416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8369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8</a:t>
            </a:fld>
            <a:endParaRPr lang="en-US" dirty="0"/>
          </a:p>
        </p:txBody>
      </p:sp>
      <p:sp>
        <p:nvSpPr>
          <p:cNvPr id="5" name="TextBox 4">
            <a:extLst>
              <a:ext uri="{FF2B5EF4-FFF2-40B4-BE49-F238E27FC236}">
                <a16:creationId xmlns:a16="http://schemas.microsoft.com/office/drawing/2014/main" id="{FCDB79FF-8D55-1490-14E9-A150D65ACA00}"/>
              </a:ext>
            </a:extLst>
          </p:cNvPr>
          <p:cNvSpPr txBox="1"/>
          <p:nvPr/>
        </p:nvSpPr>
        <p:spPr>
          <a:xfrm>
            <a:off x="501361" y="1232844"/>
            <a:ext cx="6094268" cy="523220"/>
          </a:xfrm>
          <a:prstGeom prst="rect">
            <a:avLst/>
          </a:prstGeom>
          <a:noFill/>
        </p:spPr>
        <p:txBody>
          <a:bodyPr wrap="square">
            <a:spAutoFit/>
          </a:bodyPr>
          <a:lstStyle/>
          <a:p>
            <a:r>
              <a:rPr lang="en-IN" sz="2800" dirty="0"/>
              <a:t>Lab Layout - Self-Hosted (VirtualBox) </a:t>
            </a:r>
          </a:p>
        </p:txBody>
      </p:sp>
      <p:sp>
        <p:nvSpPr>
          <p:cNvPr id="4" name="TextBox 3">
            <a:extLst>
              <a:ext uri="{FF2B5EF4-FFF2-40B4-BE49-F238E27FC236}">
                <a16:creationId xmlns:a16="http://schemas.microsoft.com/office/drawing/2014/main" id="{67718387-25A1-B157-844E-DA89ED502F4B}"/>
              </a:ext>
            </a:extLst>
          </p:cNvPr>
          <p:cNvSpPr txBox="1"/>
          <p:nvPr/>
        </p:nvSpPr>
        <p:spPr>
          <a:xfrm>
            <a:off x="416719" y="1756064"/>
            <a:ext cx="9404614" cy="400110"/>
          </a:xfrm>
          <a:prstGeom prst="rect">
            <a:avLst/>
          </a:prstGeom>
          <a:noFill/>
        </p:spPr>
        <p:txBody>
          <a:bodyPr wrap="square" rtlCol="0">
            <a:spAutoFit/>
          </a:bodyPr>
          <a:lstStyle/>
          <a:p>
            <a:r>
              <a:rPr lang="en-IN" sz="2000" dirty="0"/>
              <a:t>STEPS TO INSTALL VIRTUALBOX IN WINDOWS USING WINDOWS INSTALLER</a:t>
            </a:r>
          </a:p>
        </p:txBody>
      </p:sp>
      <p:sp>
        <p:nvSpPr>
          <p:cNvPr id="6" name="TextBox 5">
            <a:extLst>
              <a:ext uri="{FF2B5EF4-FFF2-40B4-BE49-F238E27FC236}">
                <a16:creationId xmlns:a16="http://schemas.microsoft.com/office/drawing/2014/main" id="{50BA7B07-DFCC-215A-FE55-7045BDDA0451}"/>
              </a:ext>
            </a:extLst>
          </p:cNvPr>
          <p:cNvSpPr txBox="1"/>
          <p:nvPr/>
        </p:nvSpPr>
        <p:spPr>
          <a:xfrm>
            <a:off x="416719" y="2196067"/>
            <a:ext cx="11132550" cy="954107"/>
          </a:xfrm>
          <a:prstGeom prst="rect">
            <a:avLst/>
          </a:prstGeom>
          <a:noFill/>
        </p:spPr>
        <p:txBody>
          <a:bodyPr wrap="square" rtlCol="0">
            <a:spAutoFit/>
          </a:bodyPr>
          <a:lstStyle/>
          <a:p>
            <a:r>
              <a:rPr lang="en-IN" sz="2000" dirty="0"/>
              <a:t>STEPS</a:t>
            </a:r>
          </a:p>
          <a:p>
            <a:pPr marL="285750" indent="-285750">
              <a:buFont typeface="Arial" panose="020B0604020202020204" pitchFamily="34" charset="0"/>
              <a:buChar char="•"/>
            </a:pPr>
            <a:r>
              <a:rPr lang="en-US" b="0" i="0" dirty="0">
                <a:effectLst/>
              </a:rPr>
              <a:t>The installation instructions let you choose a location to get it installed to. You should stick with the defaults on the C: drive to ensure everything essential gets installed for VirtualBox to work as expected.</a:t>
            </a:r>
            <a:endParaRPr lang="en-US" sz="1800" dirty="0"/>
          </a:p>
        </p:txBody>
      </p:sp>
      <p:pic>
        <p:nvPicPr>
          <p:cNvPr id="5122" name="Picture 2" descr="virtualbox installation storage location">
            <a:extLst>
              <a:ext uri="{FF2B5EF4-FFF2-40B4-BE49-F238E27FC236}">
                <a16:creationId xmlns:a16="http://schemas.microsoft.com/office/drawing/2014/main" id="{C89FC2FB-0131-CDC3-B883-D8120FF232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933" y="3190067"/>
            <a:ext cx="6671734" cy="30750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9739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9</a:t>
            </a:fld>
            <a:endParaRPr lang="en-US" dirty="0"/>
          </a:p>
        </p:txBody>
      </p:sp>
      <p:sp>
        <p:nvSpPr>
          <p:cNvPr id="5" name="TextBox 4">
            <a:extLst>
              <a:ext uri="{FF2B5EF4-FFF2-40B4-BE49-F238E27FC236}">
                <a16:creationId xmlns:a16="http://schemas.microsoft.com/office/drawing/2014/main" id="{FCDB79FF-8D55-1490-14E9-A150D65ACA00}"/>
              </a:ext>
            </a:extLst>
          </p:cNvPr>
          <p:cNvSpPr txBox="1"/>
          <p:nvPr/>
        </p:nvSpPr>
        <p:spPr>
          <a:xfrm>
            <a:off x="501361" y="1232844"/>
            <a:ext cx="6094268" cy="523220"/>
          </a:xfrm>
          <a:prstGeom prst="rect">
            <a:avLst/>
          </a:prstGeom>
          <a:noFill/>
        </p:spPr>
        <p:txBody>
          <a:bodyPr wrap="square">
            <a:spAutoFit/>
          </a:bodyPr>
          <a:lstStyle/>
          <a:p>
            <a:r>
              <a:rPr lang="en-IN" sz="2800" dirty="0"/>
              <a:t>Lab Layout - Self-Hosted (VirtualBox) </a:t>
            </a:r>
          </a:p>
        </p:txBody>
      </p:sp>
      <p:sp>
        <p:nvSpPr>
          <p:cNvPr id="4" name="TextBox 3">
            <a:extLst>
              <a:ext uri="{FF2B5EF4-FFF2-40B4-BE49-F238E27FC236}">
                <a16:creationId xmlns:a16="http://schemas.microsoft.com/office/drawing/2014/main" id="{67718387-25A1-B157-844E-DA89ED502F4B}"/>
              </a:ext>
            </a:extLst>
          </p:cNvPr>
          <p:cNvSpPr txBox="1"/>
          <p:nvPr/>
        </p:nvSpPr>
        <p:spPr>
          <a:xfrm>
            <a:off x="416719" y="1756064"/>
            <a:ext cx="9404614" cy="400110"/>
          </a:xfrm>
          <a:prstGeom prst="rect">
            <a:avLst/>
          </a:prstGeom>
          <a:noFill/>
        </p:spPr>
        <p:txBody>
          <a:bodyPr wrap="square" rtlCol="0">
            <a:spAutoFit/>
          </a:bodyPr>
          <a:lstStyle/>
          <a:p>
            <a:r>
              <a:rPr lang="en-IN" sz="2000" dirty="0"/>
              <a:t>STEPS TO INSTALL VIRTUALBOX IN WINDOWS USING WINDOWS INSTALLER</a:t>
            </a:r>
          </a:p>
        </p:txBody>
      </p:sp>
      <p:sp>
        <p:nvSpPr>
          <p:cNvPr id="6" name="TextBox 5">
            <a:extLst>
              <a:ext uri="{FF2B5EF4-FFF2-40B4-BE49-F238E27FC236}">
                <a16:creationId xmlns:a16="http://schemas.microsoft.com/office/drawing/2014/main" id="{50BA7B07-DFCC-215A-FE55-7045BDDA0451}"/>
              </a:ext>
            </a:extLst>
          </p:cNvPr>
          <p:cNvSpPr txBox="1"/>
          <p:nvPr/>
        </p:nvSpPr>
        <p:spPr>
          <a:xfrm>
            <a:off x="416719" y="2196067"/>
            <a:ext cx="11132550" cy="954107"/>
          </a:xfrm>
          <a:prstGeom prst="rect">
            <a:avLst/>
          </a:prstGeom>
          <a:noFill/>
        </p:spPr>
        <p:txBody>
          <a:bodyPr wrap="square" rtlCol="0">
            <a:spAutoFit/>
          </a:bodyPr>
          <a:lstStyle/>
          <a:p>
            <a:r>
              <a:rPr lang="en-IN" sz="2000" dirty="0"/>
              <a:t>STEPS</a:t>
            </a:r>
          </a:p>
          <a:p>
            <a:pPr marL="285750" indent="-285750">
              <a:buFont typeface="Arial" panose="020B0604020202020204" pitchFamily="34" charset="0"/>
              <a:buChar char="•"/>
            </a:pPr>
            <a:r>
              <a:rPr lang="en-US" b="0" i="0" dirty="0">
                <a:effectLst/>
              </a:rPr>
              <a:t>The installation process includes setting up virtual network interfaces. So, your network might get reset at the moment. Ensure that you are not connected to anything important at the time of installing it.</a:t>
            </a:r>
            <a:endParaRPr lang="en-US" sz="1800" dirty="0"/>
          </a:p>
        </p:txBody>
      </p:sp>
      <p:pic>
        <p:nvPicPr>
          <p:cNvPr id="6146" name="Picture 2" descr="virtualbox installation networking interfaces">
            <a:extLst>
              <a:ext uri="{FF2B5EF4-FFF2-40B4-BE49-F238E27FC236}">
                <a16:creationId xmlns:a16="http://schemas.microsoft.com/office/drawing/2014/main" id="{9F44A42A-A588-CF3B-3BD9-E76283D461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718" y="3273603"/>
            <a:ext cx="6729149" cy="3194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1218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10</a:t>
            </a:fld>
            <a:endParaRPr lang="en-US" dirty="0"/>
          </a:p>
        </p:txBody>
      </p:sp>
      <p:sp>
        <p:nvSpPr>
          <p:cNvPr id="5" name="TextBox 4">
            <a:extLst>
              <a:ext uri="{FF2B5EF4-FFF2-40B4-BE49-F238E27FC236}">
                <a16:creationId xmlns:a16="http://schemas.microsoft.com/office/drawing/2014/main" id="{FCDB79FF-8D55-1490-14E9-A150D65ACA00}"/>
              </a:ext>
            </a:extLst>
          </p:cNvPr>
          <p:cNvSpPr txBox="1"/>
          <p:nvPr/>
        </p:nvSpPr>
        <p:spPr>
          <a:xfrm>
            <a:off x="501361" y="1232844"/>
            <a:ext cx="6094268" cy="523220"/>
          </a:xfrm>
          <a:prstGeom prst="rect">
            <a:avLst/>
          </a:prstGeom>
          <a:noFill/>
        </p:spPr>
        <p:txBody>
          <a:bodyPr wrap="square">
            <a:spAutoFit/>
          </a:bodyPr>
          <a:lstStyle/>
          <a:p>
            <a:r>
              <a:rPr lang="en-IN" sz="2800" dirty="0"/>
              <a:t>Lab Layout - Self-Hosted (VirtualBox) </a:t>
            </a:r>
          </a:p>
        </p:txBody>
      </p:sp>
      <p:sp>
        <p:nvSpPr>
          <p:cNvPr id="4" name="TextBox 3">
            <a:extLst>
              <a:ext uri="{FF2B5EF4-FFF2-40B4-BE49-F238E27FC236}">
                <a16:creationId xmlns:a16="http://schemas.microsoft.com/office/drawing/2014/main" id="{67718387-25A1-B157-844E-DA89ED502F4B}"/>
              </a:ext>
            </a:extLst>
          </p:cNvPr>
          <p:cNvSpPr txBox="1"/>
          <p:nvPr/>
        </p:nvSpPr>
        <p:spPr>
          <a:xfrm>
            <a:off x="416719" y="1756064"/>
            <a:ext cx="9404614" cy="400110"/>
          </a:xfrm>
          <a:prstGeom prst="rect">
            <a:avLst/>
          </a:prstGeom>
          <a:noFill/>
        </p:spPr>
        <p:txBody>
          <a:bodyPr wrap="square" rtlCol="0">
            <a:spAutoFit/>
          </a:bodyPr>
          <a:lstStyle/>
          <a:p>
            <a:r>
              <a:rPr lang="en-IN" sz="2000" dirty="0"/>
              <a:t>STEPS TO INSTALL VIRTUALBOX IN WINDOWS USING WINDOWS INSTALLER</a:t>
            </a:r>
          </a:p>
        </p:txBody>
      </p:sp>
      <p:sp>
        <p:nvSpPr>
          <p:cNvPr id="6" name="TextBox 5">
            <a:extLst>
              <a:ext uri="{FF2B5EF4-FFF2-40B4-BE49-F238E27FC236}">
                <a16:creationId xmlns:a16="http://schemas.microsoft.com/office/drawing/2014/main" id="{50BA7B07-DFCC-215A-FE55-7045BDDA0451}"/>
              </a:ext>
            </a:extLst>
          </p:cNvPr>
          <p:cNvSpPr txBox="1"/>
          <p:nvPr/>
        </p:nvSpPr>
        <p:spPr>
          <a:xfrm>
            <a:off x="416719" y="2196067"/>
            <a:ext cx="11132550" cy="954107"/>
          </a:xfrm>
          <a:prstGeom prst="rect">
            <a:avLst/>
          </a:prstGeom>
          <a:noFill/>
        </p:spPr>
        <p:txBody>
          <a:bodyPr wrap="square" rtlCol="0">
            <a:spAutoFit/>
          </a:bodyPr>
          <a:lstStyle/>
          <a:p>
            <a:r>
              <a:rPr lang="en-IN" sz="2000" dirty="0"/>
              <a:t>STEPS</a:t>
            </a:r>
          </a:p>
          <a:p>
            <a:pPr marL="285750" indent="-285750">
              <a:buFont typeface="Arial" panose="020B0604020202020204" pitchFamily="34" charset="0"/>
              <a:buChar char="•"/>
            </a:pPr>
            <a:r>
              <a:rPr lang="en-US" b="0" i="0" dirty="0">
                <a:effectLst/>
              </a:rPr>
              <a:t>Now, the final installation process will begin as per your preferences above, and it will present you with the option to launch VirtualBox upon closing the installer</a:t>
            </a:r>
            <a:r>
              <a:rPr lang="en-US" b="0" i="0" dirty="0">
                <a:solidFill>
                  <a:srgbClr val="BFBFBF"/>
                </a:solidFill>
                <a:effectLst/>
                <a:latin typeface="Figtree"/>
              </a:rPr>
              <a:t>.</a:t>
            </a:r>
            <a:endParaRPr lang="en-US" sz="1800" dirty="0"/>
          </a:p>
        </p:txBody>
      </p:sp>
      <p:pic>
        <p:nvPicPr>
          <p:cNvPr id="7170" name="Picture 2" descr="virtualbox installation complete">
            <a:extLst>
              <a:ext uri="{FF2B5EF4-FFF2-40B4-BE49-F238E27FC236}">
                <a16:creationId xmlns:a16="http://schemas.microsoft.com/office/drawing/2014/main" id="{58EBAD79-A167-7047-167B-EDBFB07FFC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252" y="3190067"/>
            <a:ext cx="6729148" cy="3407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6318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11</a:t>
            </a:fld>
            <a:endParaRPr lang="en-US" dirty="0"/>
          </a:p>
        </p:txBody>
      </p:sp>
      <p:sp>
        <p:nvSpPr>
          <p:cNvPr id="5" name="TextBox 4">
            <a:extLst>
              <a:ext uri="{FF2B5EF4-FFF2-40B4-BE49-F238E27FC236}">
                <a16:creationId xmlns:a16="http://schemas.microsoft.com/office/drawing/2014/main" id="{FCDB79FF-8D55-1490-14E9-A150D65ACA00}"/>
              </a:ext>
            </a:extLst>
          </p:cNvPr>
          <p:cNvSpPr txBox="1"/>
          <p:nvPr/>
        </p:nvSpPr>
        <p:spPr>
          <a:xfrm>
            <a:off x="501361" y="1232844"/>
            <a:ext cx="6094268" cy="523220"/>
          </a:xfrm>
          <a:prstGeom prst="rect">
            <a:avLst/>
          </a:prstGeom>
          <a:noFill/>
        </p:spPr>
        <p:txBody>
          <a:bodyPr wrap="square">
            <a:spAutoFit/>
          </a:bodyPr>
          <a:lstStyle/>
          <a:p>
            <a:r>
              <a:rPr lang="en-IN" sz="2800" dirty="0"/>
              <a:t>Lab Layout - Self-Hosted (VirtualBox) </a:t>
            </a:r>
          </a:p>
        </p:txBody>
      </p:sp>
      <p:sp>
        <p:nvSpPr>
          <p:cNvPr id="4" name="TextBox 3">
            <a:extLst>
              <a:ext uri="{FF2B5EF4-FFF2-40B4-BE49-F238E27FC236}">
                <a16:creationId xmlns:a16="http://schemas.microsoft.com/office/drawing/2014/main" id="{67718387-25A1-B157-844E-DA89ED502F4B}"/>
              </a:ext>
            </a:extLst>
          </p:cNvPr>
          <p:cNvSpPr txBox="1"/>
          <p:nvPr/>
        </p:nvSpPr>
        <p:spPr>
          <a:xfrm>
            <a:off x="416719" y="1756064"/>
            <a:ext cx="9404614" cy="400110"/>
          </a:xfrm>
          <a:prstGeom prst="rect">
            <a:avLst/>
          </a:prstGeom>
          <a:noFill/>
        </p:spPr>
        <p:txBody>
          <a:bodyPr wrap="square" rtlCol="0">
            <a:spAutoFit/>
          </a:bodyPr>
          <a:lstStyle/>
          <a:p>
            <a:r>
              <a:rPr lang="en-IN" sz="2000" dirty="0"/>
              <a:t>STEPS TO INSTALL WINDOWS 10 GUEST ADDITION IN VIRTUAL BOX</a:t>
            </a:r>
          </a:p>
        </p:txBody>
      </p:sp>
      <p:sp>
        <p:nvSpPr>
          <p:cNvPr id="6" name="TextBox 5">
            <a:extLst>
              <a:ext uri="{FF2B5EF4-FFF2-40B4-BE49-F238E27FC236}">
                <a16:creationId xmlns:a16="http://schemas.microsoft.com/office/drawing/2014/main" id="{50BA7B07-DFCC-215A-FE55-7045BDDA0451}"/>
              </a:ext>
            </a:extLst>
          </p:cNvPr>
          <p:cNvSpPr txBox="1"/>
          <p:nvPr/>
        </p:nvSpPr>
        <p:spPr>
          <a:xfrm>
            <a:off x="416719" y="2196067"/>
            <a:ext cx="11132550" cy="400110"/>
          </a:xfrm>
          <a:prstGeom prst="rect">
            <a:avLst/>
          </a:prstGeom>
          <a:noFill/>
        </p:spPr>
        <p:txBody>
          <a:bodyPr wrap="square" rtlCol="0">
            <a:spAutoFit/>
          </a:bodyPr>
          <a:lstStyle/>
          <a:p>
            <a:r>
              <a:rPr lang="en-IN" sz="2000" dirty="0"/>
              <a:t>STEPS</a:t>
            </a:r>
          </a:p>
        </p:txBody>
      </p:sp>
      <p:sp>
        <p:nvSpPr>
          <p:cNvPr id="8" name="TextBox 7">
            <a:extLst>
              <a:ext uri="{FF2B5EF4-FFF2-40B4-BE49-F238E27FC236}">
                <a16:creationId xmlns:a16="http://schemas.microsoft.com/office/drawing/2014/main" id="{A15266D2-F5AE-9B36-2345-F2430CFE8EF5}"/>
              </a:ext>
            </a:extLst>
          </p:cNvPr>
          <p:cNvSpPr txBox="1"/>
          <p:nvPr/>
        </p:nvSpPr>
        <p:spPr>
          <a:xfrm>
            <a:off x="416719" y="2633078"/>
            <a:ext cx="11132550" cy="646331"/>
          </a:xfrm>
          <a:prstGeom prst="rect">
            <a:avLst/>
          </a:prstGeom>
          <a:noFill/>
        </p:spPr>
        <p:txBody>
          <a:bodyPr wrap="square" rtlCol="0">
            <a:spAutoFit/>
          </a:bodyPr>
          <a:lstStyle/>
          <a:p>
            <a:pPr marL="285750" indent="-285750">
              <a:buFont typeface="Arial" panose="020B0604020202020204" pitchFamily="34" charset="0"/>
              <a:buChar char="•"/>
            </a:pPr>
            <a:r>
              <a:rPr lang="en-IN" dirty="0"/>
              <a:t>Open </a:t>
            </a:r>
            <a:r>
              <a:rPr lang="en-IN" dirty="0" err="1"/>
              <a:t>virtualbox</a:t>
            </a:r>
            <a:r>
              <a:rPr lang="en-IN" dirty="0"/>
              <a:t> and click on new.</a:t>
            </a:r>
          </a:p>
          <a:p>
            <a:pPr marL="285750" indent="-285750">
              <a:buFont typeface="Arial" panose="020B0604020202020204" pitchFamily="34" charset="0"/>
              <a:buChar char="•"/>
            </a:pPr>
            <a:endParaRPr lang="en-IN" dirty="0"/>
          </a:p>
        </p:txBody>
      </p:sp>
      <p:pic>
        <p:nvPicPr>
          <p:cNvPr id="10" name="Picture 9">
            <a:extLst>
              <a:ext uri="{FF2B5EF4-FFF2-40B4-BE49-F238E27FC236}">
                <a16:creationId xmlns:a16="http://schemas.microsoft.com/office/drawing/2014/main" id="{01071912-096F-CB5B-4FEC-425AE140ABFD}"/>
              </a:ext>
            </a:extLst>
          </p:cNvPr>
          <p:cNvPicPr>
            <a:picLocks noChangeAspect="1"/>
          </p:cNvPicPr>
          <p:nvPr/>
        </p:nvPicPr>
        <p:blipFill>
          <a:blip r:embed="rId2"/>
          <a:stretch>
            <a:fillRect/>
          </a:stretch>
        </p:blipFill>
        <p:spPr>
          <a:xfrm>
            <a:off x="594519" y="2956243"/>
            <a:ext cx="6088269" cy="3077303"/>
          </a:xfrm>
          <a:prstGeom prst="rect">
            <a:avLst/>
          </a:prstGeom>
        </p:spPr>
      </p:pic>
    </p:spTree>
    <p:extLst>
      <p:ext uri="{BB962C8B-B14F-4D97-AF65-F5344CB8AC3E}">
        <p14:creationId xmlns:p14="http://schemas.microsoft.com/office/powerpoint/2010/main" val="672230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12</a:t>
            </a:fld>
            <a:endParaRPr lang="en-US" dirty="0"/>
          </a:p>
        </p:txBody>
      </p:sp>
      <p:sp>
        <p:nvSpPr>
          <p:cNvPr id="5" name="TextBox 4">
            <a:extLst>
              <a:ext uri="{FF2B5EF4-FFF2-40B4-BE49-F238E27FC236}">
                <a16:creationId xmlns:a16="http://schemas.microsoft.com/office/drawing/2014/main" id="{FCDB79FF-8D55-1490-14E9-A150D65ACA00}"/>
              </a:ext>
            </a:extLst>
          </p:cNvPr>
          <p:cNvSpPr txBox="1"/>
          <p:nvPr/>
        </p:nvSpPr>
        <p:spPr>
          <a:xfrm>
            <a:off x="501361" y="1232844"/>
            <a:ext cx="6094268" cy="523220"/>
          </a:xfrm>
          <a:prstGeom prst="rect">
            <a:avLst/>
          </a:prstGeom>
          <a:noFill/>
        </p:spPr>
        <p:txBody>
          <a:bodyPr wrap="square">
            <a:spAutoFit/>
          </a:bodyPr>
          <a:lstStyle/>
          <a:p>
            <a:r>
              <a:rPr lang="en-IN" sz="2800" dirty="0"/>
              <a:t>Lab Layout - Self-Hosted (VirtualBox) </a:t>
            </a:r>
          </a:p>
        </p:txBody>
      </p:sp>
      <p:sp>
        <p:nvSpPr>
          <p:cNvPr id="4" name="TextBox 3">
            <a:extLst>
              <a:ext uri="{FF2B5EF4-FFF2-40B4-BE49-F238E27FC236}">
                <a16:creationId xmlns:a16="http://schemas.microsoft.com/office/drawing/2014/main" id="{67718387-25A1-B157-844E-DA89ED502F4B}"/>
              </a:ext>
            </a:extLst>
          </p:cNvPr>
          <p:cNvSpPr txBox="1"/>
          <p:nvPr/>
        </p:nvSpPr>
        <p:spPr>
          <a:xfrm>
            <a:off x="416719" y="1756064"/>
            <a:ext cx="9404614" cy="400110"/>
          </a:xfrm>
          <a:prstGeom prst="rect">
            <a:avLst/>
          </a:prstGeom>
          <a:noFill/>
        </p:spPr>
        <p:txBody>
          <a:bodyPr wrap="square" rtlCol="0">
            <a:spAutoFit/>
          </a:bodyPr>
          <a:lstStyle/>
          <a:p>
            <a:r>
              <a:rPr lang="en-IN" sz="2000" dirty="0"/>
              <a:t>STEPS TO INSTALL WINDOWS 10 GUEST ADDITION IN VIRTUAL BOX</a:t>
            </a:r>
          </a:p>
        </p:txBody>
      </p:sp>
      <p:sp>
        <p:nvSpPr>
          <p:cNvPr id="6" name="TextBox 5">
            <a:extLst>
              <a:ext uri="{FF2B5EF4-FFF2-40B4-BE49-F238E27FC236}">
                <a16:creationId xmlns:a16="http://schemas.microsoft.com/office/drawing/2014/main" id="{50BA7B07-DFCC-215A-FE55-7045BDDA0451}"/>
              </a:ext>
            </a:extLst>
          </p:cNvPr>
          <p:cNvSpPr txBox="1"/>
          <p:nvPr/>
        </p:nvSpPr>
        <p:spPr>
          <a:xfrm>
            <a:off x="416719" y="2186001"/>
            <a:ext cx="11132550" cy="400110"/>
          </a:xfrm>
          <a:prstGeom prst="rect">
            <a:avLst/>
          </a:prstGeom>
          <a:noFill/>
        </p:spPr>
        <p:txBody>
          <a:bodyPr wrap="square" rtlCol="0">
            <a:spAutoFit/>
          </a:bodyPr>
          <a:lstStyle/>
          <a:p>
            <a:r>
              <a:rPr lang="en-IN" sz="2000" dirty="0"/>
              <a:t>STEPS</a:t>
            </a:r>
          </a:p>
        </p:txBody>
      </p:sp>
      <p:sp>
        <p:nvSpPr>
          <p:cNvPr id="8" name="TextBox 7">
            <a:extLst>
              <a:ext uri="{FF2B5EF4-FFF2-40B4-BE49-F238E27FC236}">
                <a16:creationId xmlns:a16="http://schemas.microsoft.com/office/drawing/2014/main" id="{A15266D2-F5AE-9B36-2345-F2430CFE8EF5}"/>
              </a:ext>
            </a:extLst>
          </p:cNvPr>
          <p:cNvSpPr txBox="1"/>
          <p:nvPr/>
        </p:nvSpPr>
        <p:spPr>
          <a:xfrm>
            <a:off x="416719" y="2590276"/>
            <a:ext cx="11132550" cy="4247317"/>
          </a:xfrm>
          <a:prstGeom prst="rect">
            <a:avLst/>
          </a:prstGeom>
          <a:noFill/>
        </p:spPr>
        <p:txBody>
          <a:bodyPr wrap="square" rtlCol="0">
            <a:spAutoFit/>
          </a:bodyPr>
          <a:lstStyle/>
          <a:p>
            <a:pPr marL="285750" indent="-285750">
              <a:buFont typeface="Arial" panose="020B0604020202020204" pitchFamily="34" charset="0"/>
              <a:buChar char="•"/>
            </a:pPr>
            <a:r>
              <a:rPr lang="en-IN" dirty="0"/>
              <a:t>Give the name as (</a:t>
            </a:r>
            <a:r>
              <a:rPr lang="en-IN" dirty="0" err="1"/>
              <a:t>flarevm</a:t>
            </a:r>
            <a:r>
              <a:rPr lang="en-IN" dirty="0"/>
              <a:t>-windows 10) and select version windows 10 32/64 bit depending upon your pc hardware.</a:t>
            </a:r>
          </a:p>
          <a:p>
            <a:pPr marL="285750" indent="-285750">
              <a:buFont typeface="Arial" panose="020B0604020202020204" pitchFamily="34" charset="0"/>
              <a:buChar char="•"/>
            </a:pPr>
            <a:r>
              <a:rPr lang="en-IN" dirty="0"/>
              <a:t>Select amount of memory (Ram) in mb to be allocated to virtual machine and click on next.</a:t>
            </a:r>
          </a:p>
          <a:p>
            <a:pPr marL="285750" indent="-285750">
              <a:buFont typeface="Arial" panose="020B0604020202020204" pitchFamily="34" charset="0"/>
              <a:buChar char="•"/>
            </a:pPr>
            <a:r>
              <a:rPr lang="en-IN" dirty="0"/>
              <a:t>Create a new virtual hard disk now ( the recommended size of hard disk should be 60 </a:t>
            </a:r>
            <a:r>
              <a:rPr lang="en-IN" dirty="0" err="1"/>
              <a:t>gb</a:t>
            </a:r>
            <a:r>
              <a:rPr lang="en-IN" dirty="0"/>
              <a:t> or more ).</a:t>
            </a:r>
          </a:p>
          <a:p>
            <a:pPr marL="285750" indent="-285750">
              <a:buFont typeface="Arial" panose="020B0604020202020204" pitchFamily="34" charset="0"/>
              <a:buChar char="•"/>
            </a:pPr>
            <a:r>
              <a:rPr lang="en-IN" dirty="0"/>
              <a:t>Now click on create</a:t>
            </a:r>
          </a:p>
          <a:p>
            <a:pPr marL="285750" indent="-285750">
              <a:buFont typeface="Arial" panose="020B0604020202020204" pitchFamily="34" charset="0"/>
              <a:buChar char="•"/>
            </a:pPr>
            <a:r>
              <a:rPr lang="en-IN" dirty="0"/>
              <a:t>Select hard disk file type as VDI ( Virtual disk image) and click on next.</a:t>
            </a:r>
          </a:p>
          <a:p>
            <a:pPr marL="285750" indent="-285750">
              <a:buFont typeface="Arial" panose="020B0604020202020204" pitchFamily="34" charset="0"/>
              <a:buChar char="•"/>
            </a:pPr>
            <a:r>
              <a:rPr lang="en-IN" dirty="0"/>
              <a:t>Select storage on physical hard disk. Let the PC dynamically allocate the size and click on next.</a:t>
            </a:r>
          </a:p>
          <a:p>
            <a:pPr marL="285750" indent="-285750">
              <a:buFont typeface="Arial" panose="020B0604020202020204" pitchFamily="34" charset="0"/>
              <a:buChar char="•"/>
            </a:pPr>
            <a:r>
              <a:rPr lang="en-IN" dirty="0"/>
              <a:t>Select file location and size as you want to install it in selected location in pc and click on create.</a:t>
            </a:r>
          </a:p>
          <a:p>
            <a:pPr marL="285750" indent="-285750">
              <a:buFont typeface="Arial" panose="020B0604020202020204" pitchFamily="34" charset="0"/>
              <a:buChar char="•"/>
            </a:pPr>
            <a:r>
              <a:rPr lang="en-IN" dirty="0"/>
              <a:t>Go ahead and click start </a:t>
            </a:r>
          </a:p>
          <a:p>
            <a:pPr marL="285750" indent="-285750">
              <a:buFont typeface="Arial" panose="020B0604020202020204" pitchFamily="34" charset="0"/>
              <a:buChar char="•"/>
            </a:pPr>
            <a:r>
              <a:rPr lang="en-IN" dirty="0"/>
              <a:t>Choose startup disk an iso image of windows.</a:t>
            </a:r>
          </a:p>
          <a:p>
            <a:pPr marL="285750" indent="-285750">
              <a:buFont typeface="Arial" panose="020B0604020202020204" pitchFamily="34" charset="0"/>
              <a:buChar char="•"/>
            </a:pPr>
            <a:r>
              <a:rPr lang="en-IN" dirty="0"/>
              <a:t>Now click on optical disk selector and add iso image of windows 10</a:t>
            </a:r>
          </a:p>
          <a:p>
            <a:pPr marL="285750" indent="-285750">
              <a:buFont typeface="Arial" panose="020B0604020202020204" pitchFamily="34" charset="0"/>
              <a:buChar char="•"/>
            </a:pPr>
            <a:r>
              <a:rPr lang="en-IN" dirty="0"/>
              <a:t>After choosing iso image click on start windows 10 logo will appear which means every step is followed correctly.</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514391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13</a:t>
            </a:fld>
            <a:endParaRPr lang="en-US" dirty="0"/>
          </a:p>
        </p:txBody>
      </p:sp>
      <p:sp>
        <p:nvSpPr>
          <p:cNvPr id="5" name="TextBox 4">
            <a:extLst>
              <a:ext uri="{FF2B5EF4-FFF2-40B4-BE49-F238E27FC236}">
                <a16:creationId xmlns:a16="http://schemas.microsoft.com/office/drawing/2014/main" id="{FCDB79FF-8D55-1490-14E9-A150D65ACA00}"/>
              </a:ext>
            </a:extLst>
          </p:cNvPr>
          <p:cNvSpPr txBox="1"/>
          <p:nvPr/>
        </p:nvSpPr>
        <p:spPr>
          <a:xfrm>
            <a:off x="501361" y="1232844"/>
            <a:ext cx="6094268" cy="523220"/>
          </a:xfrm>
          <a:prstGeom prst="rect">
            <a:avLst/>
          </a:prstGeom>
          <a:noFill/>
        </p:spPr>
        <p:txBody>
          <a:bodyPr wrap="square">
            <a:spAutoFit/>
          </a:bodyPr>
          <a:lstStyle/>
          <a:p>
            <a:r>
              <a:rPr lang="en-IN" sz="2800" dirty="0"/>
              <a:t>Lab Layout - Self-Hosted (VirtualBox) </a:t>
            </a:r>
          </a:p>
        </p:txBody>
      </p:sp>
      <p:sp>
        <p:nvSpPr>
          <p:cNvPr id="4" name="TextBox 3">
            <a:extLst>
              <a:ext uri="{FF2B5EF4-FFF2-40B4-BE49-F238E27FC236}">
                <a16:creationId xmlns:a16="http://schemas.microsoft.com/office/drawing/2014/main" id="{67718387-25A1-B157-844E-DA89ED502F4B}"/>
              </a:ext>
            </a:extLst>
          </p:cNvPr>
          <p:cNvSpPr txBox="1"/>
          <p:nvPr/>
        </p:nvSpPr>
        <p:spPr>
          <a:xfrm>
            <a:off x="416719" y="1756064"/>
            <a:ext cx="9404614" cy="400110"/>
          </a:xfrm>
          <a:prstGeom prst="rect">
            <a:avLst/>
          </a:prstGeom>
          <a:noFill/>
        </p:spPr>
        <p:txBody>
          <a:bodyPr wrap="square" rtlCol="0">
            <a:spAutoFit/>
          </a:bodyPr>
          <a:lstStyle/>
          <a:p>
            <a:r>
              <a:rPr lang="en-IN" sz="2000" dirty="0"/>
              <a:t>STEPS TO INSTALL WINDOWS 10 GUEST ADDITION IN VIRTUAL BOX</a:t>
            </a:r>
          </a:p>
        </p:txBody>
      </p:sp>
      <p:sp>
        <p:nvSpPr>
          <p:cNvPr id="6" name="TextBox 5">
            <a:extLst>
              <a:ext uri="{FF2B5EF4-FFF2-40B4-BE49-F238E27FC236}">
                <a16:creationId xmlns:a16="http://schemas.microsoft.com/office/drawing/2014/main" id="{50BA7B07-DFCC-215A-FE55-7045BDDA0451}"/>
              </a:ext>
            </a:extLst>
          </p:cNvPr>
          <p:cNvSpPr txBox="1"/>
          <p:nvPr/>
        </p:nvSpPr>
        <p:spPr>
          <a:xfrm>
            <a:off x="416719" y="2186001"/>
            <a:ext cx="11132550" cy="400110"/>
          </a:xfrm>
          <a:prstGeom prst="rect">
            <a:avLst/>
          </a:prstGeom>
          <a:noFill/>
        </p:spPr>
        <p:txBody>
          <a:bodyPr wrap="square" rtlCol="0">
            <a:spAutoFit/>
          </a:bodyPr>
          <a:lstStyle/>
          <a:p>
            <a:r>
              <a:rPr lang="en-IN" sz="2000" dirty="0"/>
              <a:t>STEPS</a:t>
            </a:r>
          </a:p>
        </p:txBody>
      </p:sp>
      <p:sp>
        <p:nvSpPr>
          <p:cNvPr id="8" name="TextBox 7">
            <a:extLst>
              <a:ext uri="{FF2B5EF4-FFF2-40B4-BE49-F238E27FC236}">
                <a16:creationId xmlns:a16="http://schemas.microsoft.com/office/drawing/2014/main" id="{A15266D2-F5AE-9B36-2345-F2430CFE8EF5}"/>
              </a:ext>
            </a:extLst>
          </p:cNvPr>
          <p:cNvSpPr txBox="1"/>
          <p:nvPr/>
        </p:nvSpPr>
        <p:spPr>
          <a:xfrm>
            <a:off x="416719" y="2590276"/>
            <a:ext cx="11132550" cy="1200329"/>
          </a:xfrm>
          <a:prstGeom prst="rect">
            <a:avLst/>
          </a:prstGeom>
          <a:noFill/>
        </p:spPr>
        <p:txBody>
          <a:bodyPr wrap="square" rtlCol="0">
            <a:spAutoFit/>
          </a:bodyPr>
          <a:lstStyle/>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sp>
        <p:nvSpPr>
          <p:cNvPr id="7" name="TextBox 6">
            <a:extLst>
              <a:ext uri="{FF2B5EF4-FFF2-40B4-BE49-F238E27FC236}">
                <a16:creationId xmlns:a16="http://schemas.microsoft.com/office/drawing/2014/main" id="{CEF75EBF-A838-1700-FB0B-0D7D5855C415}"/>
              </a:ext>
            </a:extLst>
          </p:cNvPr>
          <p:cNvSpPr txBox="1"/>
          <p:nvPr/>
        </p:nvSpPr>
        <p:spPr>
          <a:xfrm>
            <a:off x="416719" y="2586111"/>
            <a:ext cx="11273920" cy="3970318"/>
          </a:xfrm>
          <a:prstGeom prst="rect">
            <a:avLst/>
          </a:prstGeom>
          <a:noFill/>
        </p:spPr>
        <p:txBody>
          <a:bodyPr wrap="square" rtlCol="0">
            <a:spAutoFit/>
          </a:bodyPr>
          <a:lstStyle/>
          <a:p>
            <a:pPr marL="285750" indent="-285750">
              <a:buFont typeface="Arial" panose="020B0604020202020204" pitchFamily="34" charset="0"/>
              <a:buChar char="•"/>
            </a:pPr>
            <a:r>
              <a:rPr lang="en-IN" dirty="0"/>
              <a:t>Click on next and Install now option</a:t>
            </a:r>
          </a:p>
          <a:p>
            <a:pPr marL="285750" indent="-285750">
              <a:buFont typeface="Arial" panose="020B0604020202020204" pitchFamily="34" charset="0"/>
              <a:buChar char="•"/>
            </a:pPr>
            <a:r>
              <a:rPr lang="en-IN" dirty="0"/>
              <a:t>Windows setup box will appear click on new in right corner and select disk size and click on next.</a:t>
            </a:r>
          </a:p>
          <a:p>
            <a:pPr marL="285750" indent="-285750">
              <a:buFont typeface="Arial" panose="020B0604020202020204" pitchFamily="34" charset="0"/>
              <a:buChar char="•"/>
            </a:pPr>
            <a:r>
              <a:rPr lang="en-IN" dirty="0"/>
              <a:t>In next step make sure Drive 0 partition 2 is </a:t>
            </a:r>
            <a:r>
              <a:rPr lang="en-IN" dirty="0" err="1"/>
              <a:t>selscted</a:t>
            </a:r>
            <a:r>
              <a:rPr lang="en-IN" dirty="0"/>
              <a:t> and click on next.</a:t>
            </a:r>
          </a:p>
          <a:p>
            <a:pPr marL="285750" indent="-285750">
              <a:buFont typeface="Arial" panose="020B0604020202020204" pitchFamily="34" charset="0"/>
              <a:buChar char="•"/>
            </a:pPr>
            <a:r>
              <a:rPr lang="en-IN" dirty="0"/>
              <a:t>Wait a while let your pc install windows 10</a:t>
            </a:r>
          </a:p>
          <a:p>
            <a:pPr marL="285750" indent="-285750">
              <a:buFont typeface="Arial" panose="020B0604020202020204" pitchFamily="34" charset="0"/>
              <a:buChar char="•"/>
            </a:pPr>
            <a:r>
              <a:rPr lang="en-IN" dirty="0"/>
              <a:t>Configure windows 10 settings by choosing default settings.</a:t>
            </a:r>
          </a:p>
          <a:p>
            <a:pPr marL="285750" indent="-285750">
              <a:buFont typeface="Arial" panose="020B0604020202020204" pitchFamily="34" charset="0"/>
              <a:buChar char="•"/>
            </a:pPr>
            <a:r>
              <a:rPr lang="en-IN" dirty="0"/>
              <a:t>Sign dialogue box will appear instead of sign in click on domain join.</a:t>
            </a:r>
          </a:p>
          <a:p>
            <a:pPr marL="285750" indent="-285750">
              <a:buFont typeface="Arial" panose="020B0604020202020204" pitchFamily="34" charset="0"/>
              <a:buChar char="•"/>
            </a:pPr>
            <a:r>
              <a:rPr lang="en-IN" dirty="0"/>
              <a:t>Give the user name password to your windows 10 and turn of all the privacy settings.</a:t>
            </a:r>
          </a:p>
          <a:p>
            <a:pPr marL="285750" indent="-285750">
              <a:buFont typeface="Arial" panose="020B0604020202020204" pitchFamily="34" charset="0"/>
              <a:buChar char="•"/>
            </a:pPr>
            <a:r>
              <a:rPr lang="en-IN" dirty="0"/>
              <a:t>After the successful installation of windows 10 go up and select devices and click on insert guest image cd options.</a:t>
            </a:r>
          </a:p>
          <a:p>
            <a:pPr marL="285750" indent="-285750">
              <a:buFont typeface="Arial" panose="020B0604020202020204" pitchFamily="34" charset="0"/>
              <a:buChar char="•"/>
            </a:pPr>
            <a:r>
              <a:rPr lang="en-IN" dirty="0"/>
              <a:t>Move on to file explorer and click on this pc option.</a:t>
            </a:r>
          </a:p>
          <a:p>
            <a:pPr marL="285750" indent="-285750">
              <a:buFont typeface="Arial" panose="020B0604020202020204" pitchFamily="34" charset="0"/>
              <a:buChar char="•"/>
            </a:pPr>
            <a:r>
              <a:rPr lang="en-IN" dirty="0"/>
              <a:t>Select cd drive and choose virtual box windows 10 additions.</a:t>
            </a:r>
          </a:p>
          <a:p>
            <a:pPr marL="285750" indent="-285750">
              <a:buFont typeface="Arial" panose="020B0604020202020204" pitchFamily="34" charset="0"/>
              <a:buChar char="•"/>
            </a:pPr>
            <a:r>
              <a:rPr lang="en-IN" dirty="0"/>
              <a:t>Select yes to allow changes to your devices and click next to install.</a:t>
            </a:r>
          </a:p>
          <a:p>
            <a:pPr marL="285750" indent="-285750">
              <a:buFont typeface="Arial" panose="020B0604020202020204" pitchFamily="34" charset="0"/>
              <a:buChar char="•"/>
            </a:pPr>
            <a:r>
              <a:rPr lang="en-IN" dirty="0"/>
              <a:t>Now reboot your windows 10 virtual box.</a:t>
            </a:r>
          </a:p>
          <a:p>
            <a:pPr marL="285750" indent="-285750">
              <a:buFont typeface="Arial" panose="020B0604020202020204" pitchFamily="34" charset="0"/>
              <a:buChar char="•"/>
            </a:pPr>
            <a:r>
              <a:rPr lang="en-IN" dirty="0"/>
              <a:t>After rebooting download google chrome.</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3169137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14</a:t>
            </a:fld>
            <a:endParaRPr lang="en-US" dirty="0"/>
          </a:p>
        </p:txBody>
      </p:sp>
      <p:sp>
        <p:nvSpPr>
          <p:cNvPr id="5" name="TextBox 4">
            <a:extLst>
              <a:ext uri="{FF2B5EF4-FFF2-40B4-BE49-F238E27FC236}">
                <a16:creationId xmlns:a16="http://schemas.microsoft.com/office/drawing/2014/main" id="{FCDB79FF-8D55-1490-14E9-A150D65ACA00}"/>
              </a:ext>
            </a:extLst>
          </p:cNvPr>
          <p:cNvSpPr txBox="1"/>
          <p:nvPr/>
        </p:nvSpPr>
        <p:spPr>
          <a:xfrm>
            <a:off x="501361" y="1232844"/>
            <a:ext cx="6094268" cy="523220"/>
          </a:xfrm>
          <a:prstGeom prst="rect">
            <a:avLst/>
          </a:prstGeom>
          <a:noFill/>
        </p:spPr>
        <p:txBody>
          <a:bodyPr wrap="square">
            <a:spAutoFit/>
          </a:bodyPr>
          <a:lstStyle/>
          <a:p>
            <a:r>
              <a:rPr lang="en-IN" sz="2800" dirty="0"/>
              <a:t>Lab Layout - Self-Hosted (VirtualBox) </a:t>
            </a:r>
          </a:p>
        </p:txBody>
      </p:sp>
      <p:sp>
        <p:nvSpPr>
          <p:cNvPr id="4" name="TextBox 3">
            <a:extLst>
              <a:ext uri="{FF2B5EF4-FFF2-40B4-BE49-F238E27FC236}">
                <a16:creationId xmlns:a16="http://schemas.microsoft.com/office/drawing/2014/main" id="{67718387-25A1-B157-844E-DA89ED502F4B}"/>
              </a:ext>
            </a:extLst>
          </p:cNvPr>
          <p:cNvSpPr txBox="1"/>
          <p:nvPr/>
        </p:nvSpPr>
        <p:spPr>
          <a:xfrm>
            <a:off x="416719" y="1756064"/>
            <a:ext cx="9404614" cy="400110"/>
          </a:xfrm>
          <a:prstGeom prst="rect">
            <a:avLst/>
          </a:prstGeom>
          <a:noFill/>
        </p:spPr>
        <p:txBody>
          <a:bodyPr wrap="square" rtlCol="0">
            <a:spAutoFit/>
          </a:bodyPr>
          <a:lstStyle/>
          <a:p>
            <a:r>
              <a:rPr lang="en-IN" sz="2000" dirty="0"/>
              <a:t>STEPS TO INSTALL WINDOWS 10 GUEST ADDITION IN VIRTUAL BOX</a:t>
            </a:r>
          </a:p>
        </p:txBody>
      </p:sp>
      <p:sp>
        <p:nvSpPr>
          <p:cNvPr id="6" name="TextBox 5">
            <a:extLst>
              <a:ext uri="{FF2B5EF4-FFF2-40B4-BE49-F238E27FC236}">
                <a16:creationId xmlns:a16="http://schemas.microsoft.com/office/drawing/2014/main" id="{50BA7B07-DFCC-215A-FE55-7045BDDA0451}"/>
              </a:ext>
            </a:extLst>
          </p:cNvPr>
          <p:cNvSpPr txBox="1"/>
          <p:nvPr/>
        </p:nvSpPr>
        <p:spPr>
          <a:xfrm>
            <a:off x="416719" y="2186001"/>
            <a:ext cx="11132550" cy="400110"/>
          </a:xfrm>
          <a:prstGeom prst="rect">
            <a:avLst/>
          </a:prstGeom>
          <a:noFill/>
        </p:spPr>
        <p:txBody>
          <a:bodyPr wrap="square" rtlCol="0">
            <a:spAutoFit/>
          </a:bodyPr>
          <a:lstStyle/>
          <a:p>
            <a:r>
              <a:rPr lang="en-IN" sz="2000" dirty="0"/>
              <a:t>STEPS(OPTIONAL ONLY FOR OLD WINDOW NOT FOR LATEST LIKE 10 or 11)</a:t>
            </a:r>
          </a:p>
        </p:txBody>
      </p:sp>
      <p:sp>
        <p:nvSpPr>
          <p:cNvPr id="8" name="TextBox 7">
            <a:extLst>
              <a:ext uri="{FF2B5EF4-FFF2-40B4-BE49-F238E27FC236}">
                <a16:creationId xmlns:a16="http://schemas.microsoft.com/office/drawing/2014/main" id="{A15266D2-F5AE-9B36-2345-F2430CFE8EF5}"/>
              </a:ext>
            </a:extLst>
          </p:cNvPr>
          <p:cNvSpPr txBox="1"/>
          <p:nvPr/>
        </p:nvSpPr>
        <p:spPr>
          <a:xfrm>
            <a:off x="416719" y="2590276"/>
            <a:ext cx="11132550" cy="1200329"/>
          </a:xfrm>
          <a:prstGeom prst="rect">
            <a:avLst/>
          </a:prstGeom>
          <a:noFill/>
        </p:spPr>
        <p:txBody>
          <a:bodyPr wrap="square" rtlCol="0">
            <a:spAutoFit/>
          </a:bodyPr>
          <a:lstStyle/>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sp>
        <p:nvSpPr>
          <p:cNvPr id="7" name="TextBox 6">
            <a:extLst>
              <a:ext uri="{FF2B5EF4-FFF2-40B4-BE49-F238E27FC236}">
                <a16:creationId xmlns:a16="http://schemas.microsoft.com/office/drawing/2014/main" id="{CEF75EBF-A838-1700-FB0B-0D7D5855C415}"/>
              </a:ext>
            </a:extLst>
          </p:cNvPr>
          <p:cNvSpPr txBox="1"/>
          <p:nvPr/>
        </p:nvSpPr>
        <p:spPr>
          <a:xfrm>
            <a:off x="416719" y="2586111"/>
            <a:ext cx="11358562" cy="2862322"/>
          </a:xfrm>
          <a:prstGeom prst="rect">
            <a:avLst/>
          </a:prstGeom>
          <a:noFill/>
        </p:spPr>
        <p:txBody>
          <a:bodyPr wrap="square" rtlCol="0">
            <a:spAutoFit/>
          </a:bodyPr>
          <a:lstStyle/>
          <a:p>
            <a:pPr marL="285750" indent="-285750">
              <a:buFont typeface="Arial" panose="020B0604020202020204" pitchFamily="34" charset="0"/>
              <a:buChar char="•"/>
            </a:pPr>
            <a:r>
              <a:rPr lang="en-IN" dirty="0"/>
              <a:t>Download Windows Terminal: Download the </a:t>
            </a:r>
            <a:r>
              <a:rPr lang="en-IN" dirty="0" err="1"/>
              <a:t>VCLibs</a:t>
            </a:r>
            <a:r>
              <a:rPr lang="en-IN" dirty="0"/>
              <a:t> package. In a PowerShell window, run:</a:t>
            </a:r>
          </a:p>
          <a:p>
            <a:pPr marL="285750" indent="-285750">
              <a:buFont typeface="Arial" panose="020B0604020202020204" pitchFamily="34" charset="0"/>
              <a:buChar char="•"/>
            </a:pPr>
            <a:r>
              <a:rPr lang="en-IN" dirty="0"/>
              <a:t> </a:t>
            </a:r>
            <a:r>
              <a:rPr lang="en-IN" dirty="0" err="1"/>
              <a:t>wget</a:t>
            </a:r>
            <a:r>
              <a:rPr lang="en-IN" dirty="0"/>
              <a:t> https://aka.ms/Microsoft.VCLibs.x64.14.00.Desktop.appx -</a:t>
            </a:r>
            <a:r>
              <a:rPr lang="en-IN" dirty="0" err="1"/>
              <a:t>usebasicparsing</a:t>
            </a:r>
            <a:r>
              <a:rPr lang="en-IN" dirty="0"/>
              <a:t> -o </a:t>
            </a:r>
            <a:r>
              <a:rPr lang="en-IN" dirty="0" err="1"/>
              <a:t>VCLibs.appx</a:t>
            </a:r>
            <a:r>
              <a:rPr lang="en-IN" dirty="0"/>
              <a:t>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Download the Windows Terminal MSIX bundle from the provided link: </a:t>
            </a:r>
          </a:p>
          <a:p>
            <a:endParaRPr lang="en-IN" dirty="0"/>
          </a:p>
          <a:p>
            <a:r>
              <a:rPr lang="en-IN" dirty="0"/>
              <a:t>wget</a:t>
            </a:r>
            <a:r>
              <a:rPr lang="en-IN" dirty="0">
                <a:hlinkClick r:id="rId2"/>
              </a:rPr>
              <a:t>https://github.com/microsoft/terminal/releases/download/v1.15.3465.0/Microsoft</a:t>
            </a:r>
            <a:r>
              <a:rPr lang="en-IN" dirty="0"/>
              <a:t>.windowsTerminal_Win10_1.15.3465.0_8wekyb3d8bbwe.msixbundle -</a:t>
            </a:r>
            <a:r>
              <a:rPr lang="en-IN" dirty="0" err="1"/>
              <a:t>UseBasicParsing</a:t>
            </a:r>
            <a:r>
              <a:rPr lang="en-IN" dirty="0"/>
              <a:t> -o </a:t>
            </a:r>
            <a:r>
              <a:rPr lang="en-IN" dirty="0" err="1"/>
              <a:t>winterminal.msixbundle</a:t>
            </a:r>
            <a:endParaRPr lang="en-IN" dirty="0"/>
          </a:p>
          <a:p>
            <a:endParaRPr lang="en-IN" dirty="0"/>
          </a:p>
          <a:p>
            <a:pPr marL="285750" indent="-285750">
              <a:buFont typeface="Arial" panose="020B0604020202020204" pitchFamily="34" charset="0"/>
              <a:buChar char="•"/>
            </a:pPr>
            <a:r>
              <a:rPr lang="en-IN" dirty="0"/>
              <a:t>In a PowerShell admin window, add the </a:t>
            </a:r>
            <a:r>
              <a:rPr lang="en-IN" dirty="0" err="1"/>
              <a:t>VCLibs</a:t>
            </a:r>
            <a:r>
              <a:rPr lang="en-IN" dirty="0"/>
              <a:t> package: Add-</a:t>
            </a:r>
            <a:r>
              <a:rPr lang="en-IN" dirty="0" err="1"/>
              <a:t>AppxPackage</a:t>
            </a:r>
            <a:r>
              <a:rPr lang="en-IN" dirty="0"/>
              <a:t> [C:\path\to\downloaded\</a:t>
            </a:r>
            <a:r>
              <a:rPr lang="en-IN" dirty="0" err="1"/>
              <a:t>VCLibs.appx</a:t>
            </a:r>
            <a:r>
              <a:rPr lang="en-IN" dirty="0"/>
              <a:t>] In a PowerShell admin window, run: Add-</a:t>
            </a:r>
            <a:r>
              <a:rPr lang="en-IN" dirty="0" err="1"/>
              <a:t>AppxPackage</a:t>
            </a:r>
            <a:r>
              <a:rPr lang="en-IN" dirty="0"/>
              <a:t> [C:\path\to\downloaded\</a:t>
            </a:r>
            <a:r>
              <a:rPr lang="en-IN" dirty="0" err="1"/>
              <a:t>winterminal.msixbundle</a:t>
            </a:r>
            <a:r>
              <a:rPr lang="en-IN" dirty="0"/>
              <a:t>]</a:t>
            </a:r>
          </a:p>
        </p:txBody>
      </p:sp>
    </p:spTree>
    <p:extLst>
      <p:ext uri="{BB962C8B-B14F-4D97-AF65-F5344CB8AC3E}">
        <p14:creationId xmlns:p14="http://schemas.microsoft.com/office/powerpoint/2010/main" val="3865829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15</a:t>
            </a:fld>
            <a:endParaRPr lang="en-US" dirty="0"/>
          </a:p>
        </p:txBody>
      </p:sp>
      <p:sp>
        <p:nvSpPr>
          <p:cNvPr id="5" name="TextBox 4">
            <a:extLst>
              <a:ext uri="{FF2B5EF4-FFF2-40B4-BE49-F238E27FC236}">
                <a16:creationId xmlns:a16="http://schemas.microsoft.com/office/drawing/2014/main" id="{FCDB79FF-8D55-1490-14E9-A150D65ACA00}"/>
              </a:ext>
            </a:extLst>
          </p:cNvPr>
          <p:cNvSpPr txBox="1"/>
          <p:nvPr/>
        </p:nvSpPr>
        <p:spPr>
          <a:xfrm>
            <a:off x="501361" y="1232844"/>
            <a:ext cx="6094268" cy="523220"/>
          </a:xfrm>
          <a:prstGeom prst="rect">
            <a:avLst/>
          </a:prstGeom>
          <a:noFill/>
        </p:spPr>
        <p:txBody>
          <a:bodyPr wrap="square">
            <a:spAutoFit/>
          </a:bodyPr>
          <a:lstStyle/>
          <a:p>
            <a:r>
              <a:rPr lang="en-IN" sz="2800" dirty="0"/>
              <a:t>Lab Layout - Self-Hosted (VirtualBox) </a:t>
            </a:r>
          </a:p>
        </p:txBody>
      </p:sp>
      <p:sp>
        <p:nvSpPr>
          <p:cNvPr id="4" name="TextBox 3">
            <a:extLst>
              <a:ext uri="{FF2B5EF4-FFF2-40B4-BE49-F238E27FC236}">
                <a16:creationId xmlns:a16="http://schemas.microsoft.com/office/drawing/2014/main" id="{67718387-25A1-B157-844E-DA89ED502F4B}"/>
              </a:ext>
            </a:extLst>
          </p:cNvPr>
          <p:cNvSpPr txBox="1"/>
          <p:nvPr/>
        </p:nvSpPr>
        <p:spPr>
          <a:xfrm>
            <a:off x="416719" y="1756064"/>
            <a:ext cx="9404614" cy="400110"/>
          </a:xfrm>
          <a:prstGeom prst="rect">
            <a:avLst/>
          </a:prstGeom>
          <a:noFill/>
        </p:spPr>
        <p:txBody>
          <a:bodyPr wrap="square" rtlCol="0">
            <a:spAutoFit/>
          </a:bodyPr>
          <a:lstStyle/>
          <a:p>
            <a:r>
              <a:rPr lang="en-IN" sz="2000" dirty="0"/>
              <a:t>STEPS TO INSTALL WINDOWS 10 GUEST ADDITION IN VIRTUAL BOX</a:t>
            </a:r>
          </a:p>
        </p:txBody>
      </p:sp>
      <p:sp>
        <p:nvSpPr>
          <p:cNvPr id="6" name="TextBox 5">
            <a:extLst>
              <a:ext uri="{FF2B5EF4-FFF2-40B4-BE49-F238E27FC236}">
                <a16:creationId xmlns:a16="http://schemas.microsoft.com/office/drawing/2014/main" id="{50BA7B07-DFCC-215A-FE55-7045BDDA0451}"/>
              </a:ext>
            </a:extLst>
          </p:cNvPr>
          <p:cNvSpPr txBox="1"/>
          <p:nvPr/>
        </p:nvSpPr>
        <p:spPr>
          <a:xfrm>
            <a:off x="416719" y="2186001"/>
            <a:ext cx="11132550" cy="400110"/>
          </a:xfrm>
          <a:prstGeom prst="rect">
            <a:avLst/>
          </a:prstGeom>
          <a:noFill/>
        </p:spPr>
        <p:txBody>
          <a:bodyPr wrap="square" rtlCol="0">
            <a:spAutoFit/>
          </a:bodyPr>
          <a:lstStyle/>
          <a:p>
            <a:r>
              <a:rPr lang="en-IN" sz="2000" dirty="0"/>
              <a:t>STEPS</a:t>
            </a:r>
          </a:p>
        </p:txBody>
      </p:sp>
      <p:sp>
        <p:nvSpPr>
          <p:cNvPr id="8" name="TextBox 7">
            <a:extLst>
              <a:ext uri="{FF2B5EF4-FFF2-40B4-BE49-F238E27FC236}">
                <a16:creationId xmlns:a16="http://schemas.microsoft.com/office/drawing/2014/main" id="{A15266D2-F5AE-9B36-2345-F2430CFE8EF5}"/>
              </a:ext>
            </a:extLst>
          </p:cNvPr>
          <p:cNvSpPr txBox="1"/>
          <p:nvPr/>
        </p:nvSpPr>
        <p:spPr>
          <a:xfrm>
            <a:off x="416719" y="2590276"/>
            <a:ext cx="11132550" cy="1200329"/>
          </a:xfrm>
          <a:prstGeom prst="rect">
            <a:avLst/>
          </a:prstGeom>
          <a:noFill/>
        </p:spPr>
        <p:txBody>
          <a:bodyPr wrap="square" rtlCol="0">
            <a:spAutoFit/>
          </a:bodyPr>
          <a:lstStyle/>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sp>
        <p:nvSpPr>
          <p:cNvPr id="7" name="TextBox 6">
            <a:extLst>
              <a:ext uri="{FF2B5EF4-FFF2-40B4-BE49-F238E27FC236}">
                <a16:creationId xmlns:a16="http://schemas.microsoft.com/office/drawing/2014/main" id="{CEF75EBF-A838-1700-FB0B-0D7D5855C415}"/>
              </a:ext>
            </a:extLst>
          </p:cNvPr>
          <p:cNvSpPr txBox="1"/>
          <p:nvPr/>
        </p:nvSpPr>
        <p:spPr>
          <a:xfrm>
            <a:off x="392613" y="2568916"/>
            <a:ext cx="11180762" cy="4247317"/>
          </a:xfrm>
          <a:prstGeom prst="rect">
            <a:avLst/>
          </a:prstGeom>
          <a:noFill/>
        </p:spPr>
        <p:txBody>
          <a:bodyPr wrap="square" rtlCol="0">
            <a:spAutoFit/>
          </a:bodyPr>
          <a:lstStyle/>
          <a:p>
            <a:r>
              <a:rPr lang="en-IN" b="1" dirty="0"/>
              <a:t>Disable proxy auto detect setting</a:t>
            </a:r>
          </a:p>
          <a:p>
            <a:pPr marL="285750" indent="-285750">
              <a:buFont typeface="Arial" panose="020B0604020202020204" pitchFamily="34" charset="0"/>
              <a:buChar char="•"/>
            </a:pPr>
            <a:r>
              <a:rPr lang="en-IN" dirty="0"/>
              <a:t>In the Windows search bar, search “proxy settings”,</a:t>
            </a:r>
          </a:p>
          <a:p>
            <a:pPr marL="285750" indent="-285750">
              <a:buFont typeface="Arial" panose="020B0604020202020204" pitchFamily="34" charset="0"/>
              <a:buChar char="•"/>
            </a:pPr>
            <a:r>
              <a:rPr lang="en-IN" dirty="0"/>
              <a:t>Switch "Automatically detect settings" button off</a:t>
            </a:r>
          </a:p>
          <a:p>
            <a:r>
              <a:rPr lang="en-IN" b="1" dirty="0"/>
              <a:t>Disable Windows Defender</a:t>
            </a:r>
          </a:p>
          <a:p>
            <a:r>
              <a:rPr lang="en-IN" b="1" dirty="0"/>
              <a:t>Disable Tamper Protection</a:t>
            </a:r>
          </a:p>
          <a:p>
            <a:pPr marL="285750" indent="-285750">
              <a:buFont typeface="Arial" panose="020B0604020202020204" pitchFamily="34" charset="0"/>
              <a:buChar char="•"/>
            </a:pPr>
            <a:r>
              <a:rPr lang="en-IN" dirty="0"/>
              <a:t>Search "Defender", open Defender settings and set all Defender Settings to off.</a:t>
            </a:r>
          </a:p>
          <a:p>
            <a:r>
              <a:rPr lang="en-IN" b="1" dirty="0"/>
              <a:t>Disable Windows Defender in GPO</a:t>
            </a:r>
          </a:p>
          <a:p>
            <a:r>
              <a:rPr lang="en-IN" dirty="0"/>
              <a:t>In the Windows Search Bar, search and select "edit group policy"</a:t>
            </a:r>
          </a:p>
          <a:p>
            <a:r>
              <a:rPr lang="en-IN" dirty="0"/>
              <a:t>In GPO, navigate to → Administrative Templates → Windows Components → Microsoft Defender</a:t>
            </a:r>
          </a:p>
          <a:p>
            <a:r>
              <a:rPr lang="en-IN" dirty="0"/>
              <a:t>Antivirus → Enable “Turn off Microsoft Defender Antivirus”</a:t>
            </a:r>
          </a:p>
          <a:p>
            <a:r>
              <a:rPr lang="en-IN" b="1" dirty="0"/>
              <a:t>Disable Windows Firewall</a:t>
            </a:r>
          </a:p>
          <a:p>
            <a:r>
              <a:rPr lang="en-IN" dirty="0"/>
              <a:t>GPO → Administrative Templates → Network → Network Connections → Windows Defender</a:t>
            </a:r>
          </a:p>
          <a:p>
            <a:r>
              <a:rPr lang="en-IN" dirty="0"/>
              <a:t>Firewall → Domain Profile → Disable “Protect All Network Connections”</a:t>
            </a:r>
          </a:p>
          <a:p>
            <a:r>
              <a:rPr lang="en-IN" dirty="0"/>
              <a:t>Do the same but for the Standard profile</a:t>
            </a:r>
          </a:p>
          <a:p>
            <a:r>
              <a:rPr lang="en-IN" dirty="0"/>
              <a:t>Take a snapshot by clicking on machine and save it as windows 10 base.</a:t>
            </a:r>
          </a:p>
        </p:txBody>
      </p:sp>
    </p:spTree>
    <p:extLst>
      <p:ext uri="{BB962C8B-B14F-4D97-AF65-F5344CB8AC3E}">
        <p14:creationId xmlns:p14="http://schemas.microsoft.com/office/powerpoint/2010/main" val="120143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16</a:t>
            </a:fld>
            <a:endParaRPr lang="en-US" dirty="0"/>
          </a:p>
        </p:txBody>
      </p:sp>
      <p:sp>
        <p:nvSpPr>
          <p:cNvPr id="5" name="TextBox 4">
            <a:extLst>
              <a:ext uri="{FF2B5EF4-FFF2-40B4-BE49-F238E27FC236}">
                <a16:creationId xmlns:a16="http://schemas.microsoft.com/office/drawing/2014/main" id="{FCDB79FF-8D55-1490-14E9-A150D65ACA00}"/>
              </a:ext>
            </a:extLst>
          </p:cNvPr>
          <p:cNvSpPr txBox="1"/>
          <p:nvPr/>
        </p:nvSpPr>
        <p:spPr>
          <a:xfrm>
            <a:off x="501361" y="1232844"/>
            <a:ext cx="6094268" cy="523220"/>
          </a:xfrm>
          <a:prstGeom prst="rect">
            <a:avLst/>
          </a:prstGeom>
          <a:noFill/>
        </p:spPr>
        <p:txBody>
          <a:bodyPr wrap="square">
            <a:spAutoFit/>
          </a:bodyPr>
          <a:lstStyle/>
          <a:p>
            <a:r>
              <a:rPr lang="en-IN" sz="2800" dirty="0"/>
              <a:t>Lab Layout - Self-Hosted (VirtualBox) </a:t>
            </a:r>
          </a:p>
        </p:txBody>
      </p:sp>
      <p:sp>
        <p:nvSpPr>
          <p:cNvPr id="4" name="TextBox 3">
            <a:extLst>
              <a:ext uri="{FF2B5EF4-FFF2-40B4-BE49-F238E27FC236}">
                <a16:creationId xmlns:a16="http://schemas.microsoft.com/office/drawing/2014/main" id="{67718387-25A1-B157-844E-DA89ED502F4B}"/>
              </a:ext>
            </a:extLst>
          </p:cNvPr>
          <p:cNvSpPr txBox="1"/>
          <p:nvPr/>
        </p:nvSpPr>
        <p:spPr>
          <a:xfrm>
            <a:off x="416719" y="1756064"/>
            <a:ext cx="9404614" cy="400110"/>
          </a:xfrm>
          <a:prstGeom prst="rect">
            <a:avLst/>
          </a:prstGeom>
          <a:noFill/>
        </p:spPr>
        <p:txBody>
          <a:bodyPr wrap="square" rtlCol="0">
            <a:spAutoFit/>
          </a:bodyPr>
          <a:lstStyle/>
          <a:p>
            <a:r>
              <a:rPr lang="en-IN" sz="2000" dirty="0"/>
              <a:t>STEPS TO INSTALL  AND DOWNLOAD FLAREVM</a:t>
            </a:r>
          </a:p>
        </p:txBody>
      </p:sp>
      <p:sp>
        <p:nvSpPr>
          <p:cNvPr id="6" name="TextBox 5">
            <a:extLst>
              <a:ext uri="{FF2B5EF4-FFF2-40B4-BE49-F238E27FC236}">
                <a16:creationId xmlns:a16="http://schemas.microsoft.com/office/drawing/2014/main" id="{50BA7B07-DFCC-215A-FE55-7045BDDA0451}"/>
              </a:ext>
            </a:extLst>
          </p:cNvPr>
          <p:cNvSpPr txBox="1"/>
          <p:nvPr/>
        </p:nvSpPr>
        <p:spPr>
          <a:xfrm>
            <a:off x="416719" y="2186001"/>
            <a:ext cx="11132550" cy="400110"/>
          </a:xfrm>
          <a:prstGeom prst="rect">
            <a:avLst/>
          </a:prstGeom>
          <a:noFill/>
        </p:spPr>
        <p:txBody>
          <a:bodyPr wrap="square" rtlCol="0">
            <a:spAutoFit/>
          </a:bodyPr>
          <a:lstStyle/>
          <a:p>
            <a:r>
              <a:rPr lang="en-IN" sz="2000" dirty="0"/>
              <a:t>STEPS</a:t>
            </a:r>
          </a:p>
        </p:txBody>
      </p:sp>
      <p:sp>
        <p:nvSpPr>
          <p:cNvPr id="8" name="TextBox 7">
            <a:extLst>
              <a:ext uri="{FF2B5EF4-FFF2-40B4-BE49-F238E27FC236}">
                <a16:creationId xmlns:a16="http://schemas.microsoft.com/office/drawing/2014/main" id="{A15266D2-F5AE-9B36-2345-F2430CFE8EF5}"/>
              </a:ext>
            </a:extLst>
          </p:cNvPr>
          <p:cNvSpPr txBox="1"/>
          <p:nvPr/>
        </p:nvSpPr>
        <p:spPr>
          <a:xfrm>
            <a:off x="416719" y="2590276"/>
            <a:ext cx="11132550" cy="538609"/>
          </a:xfrm>
          <a:prstGeom prst="rect">
            <a:avLst/>
          </a:prstGeom>
          <a:noFill/>
        </p:spPr>
        <p:txBody>
          <a:bodyPr wrap="square" rtlCol="0">
            <a:spAutoFit/>
          </a:bodyPr>
          <a:lstStyle/>
          <a:p>
            <a:pPr marL="285750" indent="-285750">
              <a:buFont typeface="Arial" panose="020B0604020202020204" pitchFamily="34" charset="0"/>
              <a:buChar char="•"/>
            </a:pPr>
            <a:r>
              <a:rPr lang="en-US" dirty="0"/>
              <a:t>In PowerShell Admin prompt, run: </a:t>
            </a:r>
          </a:p>
          <a:p>
            <a:r>
              <a:rPr lang="en-US" sz="1100" dirty="0"/>
              <a:t>(New-</a:t>
            </a:r>
            <a:r>
              <a:rPr lang="en-US" sz="1100" dirty="0" err="1"/>
              <a:t>Objectnet.webclient</a:t>
            </a:r>
            <a:r>
              <a:rPr lang="en-US" sz="1100" dirty="0"/>
              <a:t>).</a:t>
            </a:r>
            <a:r>
              <a:rPr lang="en-US" sz="1100" dirty="0" err="1"/>
              <a:t>DownloadFile</a:t>
            </a:r>
            <a:r>
              <a:rPr lang="en-US" sz="1100" dirty="0"/>
              <a:t>('https://raw.githubusercontent.com/</a:t>
            </a:r>
            <a:r>
              <a:rPr lang="en-US" sz="1100" dirty="0" err="1"/>
              <a:t>mandiant</a:t>
            </a:r>
            <a:r>
              <a:rPr lang="en-US" sz="1100" dirty="0"/>
              <a:t>/</a:t>
            </a:r>
            <a:r>
              <a:rPr lang="en-US" sz="1100" dirty="0" err="1"/>
              <a:t>flarevm</a:t>
            </a:r>
            <a:r>
              <a:rPr lang="en-US" sz="1100" dirty="0"/>
              <a:t>/main/install.ps1',"$([Environment]::</a:t>
            </a:r>
            <a:r>
              <a:rPr lang="en-US" sz="1100" dirty="0" err="1"/>
              <a:t>GetFolderPath</a:t>
            </a:r>
            <a:r>
              <a:rPr lang="en-US" sz="1100" dirty="0"/>
              <a:t>("Desktop"))\\install.ps1")</a:t>
            </a:r>
            <a:endParaRPr lang="en-IN" sz="1100" dirty="0"/>
          </a:p>
        </p:txBody>
      </p:sp>
      <p:sp>
        <p:nvSpPr>
          <p:cNvPr id="10" name="TextBox 9">
            <a:extLst>
              <a:ext uri="{FF2B5EF4-FFF2-40B4-BE49-F238E27FC236}">
                <a16:creationId xmlns:a16="http://schemas.microsoft.com/office/drawing/2014/main" id="{D2DC4B44-D77E-D908-1F87-6405DE5E1B21}"/>
              </a:ext>
            </a:extLst>
          </p:cNvPr>
          <p:cNvSpPr txBox="1"/>
          <p:nvPr/>
        </p:nvSpPr>
        <p:spPr>
          <a:xfrm>
            <a:off x="416719" y="3128885"/>
            <a:ext cx="7855214" cy="369332"/>
          </a:xfrm>
          <a:prstGeom prst="rect">
            <a:avLst/>
          </a:prstGeom>
          <a:noFill/>
        </p:spPr>
        <p:txBody>
          <a:bodyPr wrap="square">
            <a:spAutoFit/>
          </a:bodyPr>
          <a:lstStyle/>
          <a:p>
            <a:pPr marL="285750" indent="-285750">
              <a:buFont typeface="Arial" panose="020B0604020202020204" pitchFamily="34" charset="0"/>
              <a:buChar char="•"/>
            </a:pPr>
            <a:r>
              <a:rPr lang="en-US" dirty="0"/>
              <a:t>Change directories to the Desktop  : cd C:\Users\grant\Desktop</a:t>
            </a:r>
            <a:endParaRPr lang="en-IN" dirty="0"/>
          </a:p>
        </p:txBody>
      </p:sp>
      <p:sp>
        <p:nvSpPr>
          <p:cNvPr id="12" name="TextBox 11">
            <a:extLst>
              <a:ext uri="{FF2B5EF4-FFF2-40B4-BE49-F238E27FC236}">
                <a16:creationId xmlns:a16="http://schemas.microsoft.com/office/drawing/2014/main" id="{19DAF63D-C2B7-7944-5D0F-6411F924AC38}"/>
              </a:ext>
            </a:extLst>
          </p:cNvPr>
          <p:cNvSpPr txBox="1"/>
          <p:nvPr/>
        </p:nvSpPr>
        <p:spPr>
          <a:xfrm>
            <a:off x="416719" y="3437467"/>
            <a:ext cx="6096000" cy="369332"/>
          </a:xfrm>
          <a:prstGeom prst="rect">
            <a:avLst/>
          </a:prstGeom>
          <a:noFill/>
        </p:spPr>
        <p:txBody>
          <a:bodyPr wrap="square">
            <a:spAutoFit/>
          </a:bodyPr>
          <a:lstStyle/>
          <a:p>
            <a:pPr marL="285750" indent="-285750">
              <a:buFont typeface="Arial" panose="020B0604020202020204" pitchFamily="34" charset="0"/>
              <a:buChar char="•"/>
            </a:pPr>
            <a:r>
              <a:rPr lang="en-IN" dirty="0"/>
              <a:t>Run: Unblock-File .\\install.ps1 </a:t>
            </a:r>
          </a:p>
        </p:txBody>
      </p:sp>
      <p:sp>
        <p:nvSpPr>
          <p:cNvPr id="14" name="TextBox 13">
            <a:extLst>
              <a:ext uri="{FF2B5EF4-FFF2-40B4-BE49-F238E27FC236}">
                <a16:creationId xmlns:a16="http://schemas.microsoft.com/office/drawing/2014/main" id="{DE8850C6-2940-7A11-53B2-A0D3A486CEB2}"/>
              </a:ext>
            </a:extLst>
          </p:cNvPr>
          <p:cNvSpPr txBox="1"/>
          <p:nvPr/>
        </p:nvSpPr>
        <p:spPr>
          <a:xfrm>
            <a:off x="416719" y="3742851"/>
            <a:ext cx="6096000" cy="369332"/>
          </a:xfrm>
          <a:prstGeom prst="rect">
            <a:avLst/>
          </a:prstGeom>
          <a:noFill/>
        </p:spPr>
        <p:txBody>
          <a:bodyPr wrap="square">
            <a:spAutoFit/>
          </a:bodyPr>
          <a:lstStyle/>
          <a:p>
            <a:pPr marL="285750" indent="-285750">
              <a:buFont typeface="Arial" panose="020B0604020202020204" pitchFamily="34" charset="0"/>
              <a:buChar char="•"/>
            </a:pPr>
            <a:r>
              <a:rPr lang="en-IN" dirty="0"/>
              <a:t>Run: Set-</a:t>
            </a:r>
            <a:r>
              <a:rPr lang="en-IN" dirty="0" err="1"/>
              <a:t>ExecutionPolicy</a:t>
            </a:r>
            <a:r>
              <a:rPr lang="en-IN" dirty="0"/>
              <a:t> Unrestricted </a:t>
            </a:r>
          </a:p>
        </p:txBody>
      </p:sp>
      <p:sp>
        <p:nvSpPr>
          <p:cNvPr id="16" name="TextBox 15">
            <a:extLst>
              <a:ext uri="{FF2B5EF4-FFF2-40B4-BE49-F238E27FC236}">
                <a16:creationId xmlns:a16="http://schemas.microsoft.com/office/drawing/2014/main" id="{8A264492-A4D9-2FC4-BA0A-7B27692EB687}"/>
              </a:ext>
            </a:extLst>
          </p:cNvPr>
          <p:cNvSpPr txBox="1"/>
          <p:nvPr/>
        </p:nvSpPr>
        <p:spPr>
          <a:xfrm>
            <a:off x="416719" y="4036826"/>
            <a:ext cx="9922934" cy="1477328"/>
          </a:xfrm>
          <a:prstGeom prst="rect">
            <a:avLst/>
          </a:prstGeom>
          <a:noFill/>
        </p:spPr>
        <p:txBody>
          <a:bodyPr wrap="square">
            <a:spAutoFit/>
          </a:bodyPr>
          <a:lstStyle/>
          <a:p>
            <a:pPr marL="285750" indent="-285750">
              <a:buFont typeface="Arial" panose="020B0604020202020204" pitchFamily="34" charset="0"/>
              <a:buChar char="•"/>
            </a:pPr>
            <a:r>
              <a:rPr lang="en-US" dirty="0"/>
              <a:t>Accept the prompt to set the </a:t>
            </a:r>
            <a:r>
              <a:rPr lang="en-US" dirty="0" err="1"/>
              <a:t>ExecPol</a:t>
            </a:r>
            <a:r>
              <a:rPr lang="en-US" dirty="0"/>
              <a:t> to unrestricted if one appears </a:t>
            </a:r>
          </a:p>
          <a:p>
            <a:pPr marL="285750" indent="-285750">
              <a:buFont typeface="Arial" panose="020B0604020202020204" pitchFamily="34" charset="0"/>
              <a:buChar char="•"/>
            </a:pPr>
            <a:r>
              <a:rPr lang="en-US" dirty="0"/>
              <a:t>Run: .\\install.ps1 </a:t>
            </a:r>
          </a:p>
          <a:p>
            <a:pPr marL="285750" indent="-285750">
              <a:buFont typeface="Arial" panose="020B0604020202020204" pitchFamily="34" charset="0"/>
              <a:buChar char="•"/>
            </a:pPr>
            <a:r>
              <a:rPr lang="en-US" dirty="0"/>
              <a:t>Follow the rest of the prompts and continue with the installation. </a:t>
            </a:r>
          </a:p>
          <a:p>
            <a:pPr marL="285750" indent="-285750">
              <a:buFont typeface="Arial" panose="020B0604020202020204" pitchFamily="34" charset="0"/>
              <a:buChar char="•"/>
            </a:pPr>
            <a:r>
              <a:rPr lang="en-US" dirty="0"/>
              <a:t>Take Snapshot This is the base </a:t>
            </a:r>
            <a:r>
              <a:rPr lang="en-US" dirty="0" err="1"/>
              <a:t>FlareVM</a:t>
            </a:r>
            <a:r>
              <a:rPr lang="en-US" dirty="0"/>
              <a:t> installation.</a:t>
            </a:r>
          </a:p>
          <a:p>
            <a:pPr marL="285750" indent="-285750">
              <a:buFont typeface="Arial" panose="020B0604020202020204" pitchFamily="34" charset="0"/>
              <a:buChar char="•"/>
            </a:pPr>
            <a:endParaRPr lang="en-IN" dirty="0"/>
          </a:p>
        </p:txBody>
      </p:sp>
      <p:sp>
        <p:nvSpPr>
          <p:cNvPr id="11" name="TextBox 10">
            <a:extLst>
              <a:ext uri="{FF2B5EF4-FFF2-40B4-BE49-F238E27FC236}">
                <a16:creationId xmlns:a16="http://schemas.microsoft.com/office/drawing/2014/main" id="{3B1CBB04-B23A-BA00-DEA8-67BC44BEE265}"/>
              </a:ext>
            </a:extLst>
          </p:cNvPr>
          <p:cNvSpPr txBox="1"/>
          <p:nvPr/>
        </p:nvSpPr>
        <p:spPr>
          <a:xfrm>
            <a:off x="416719" y="5144822"/>
            <a:ext cx="7525014" cy="1200329"/>
          </a:xfrm>
          <a:prstGeom prst="rect">
            <a:avLst/>
          </a:prstGeom>
          <a:noFill/>
        </p:spPr>
        <p:txBody>
          <a:bodyPr wrap="square" rtlCol="0">
            <a:spAutoFit/>
          </a:bodyPr>
          <a:lstStyle/>
          <a:p>
            <a:r>
              <a:rPr lang="en-IN" dirty="0"/>
              <a:t>Now setup </a:t>
            </a:r>
            <a:r>
              <a:rPr lang="en-IN" dirty="0" err="1"/>
              <a:t>Remnux</a:t>
            </a:r>
            <a:r>
              <a:rPr lang="en-IN" dirty="0"/>
              <a:t> which we installed earlier</a:t>
            </a:r>
          </a:p>
          <a:p>
            <a:pPr marL="285750" indent="-285750">
              <a:buFont typeface="Arial" panose="020B0604020202020204" pitchFamily="34" charset="0"/>
              <a:buChar char="•"/>
            </a:pPr>
            <a:r>
              <a:rPr lang="en-IN" dirty="0"/>
              <a:t>To setup </a:t>
            </a:r>
            <a:r>
              <a:rPr lang="en-IN" dirty="0" err="1"/>
              <a:t>Remnux</a:t>
            </a:r>
            <a:r>
              <a:rPr lang="en-IN" dirty="0"/>
              <a:t> go to my files section of virtual box and import appliances</a:t>
            </a:r>
          </a:p>
          <a:p>
            <a:pPr marL="285750" indent="-285750">
              <a:buFont typeface="Arial" panose="020B0604020202020204" pitchFamily="34" charset="0"/>
              <a:buChar char="•"/>
            </a:pPr>
            <a:r>
              <a:rPr lang="en-IN" dirty="0"/>
              <a:t>Choose the path of </a:t>
            </a:r>
            <a:r>
              <a:rPr lang="en-IN" dirty="0" err="1"/>
              <a:t>remnux</a:t>
            </a:r>
            <a:r>
              <a:rPr lang="en-IN" dirty="0"/>
              <a:t> where your </a:t>
            </a:r>
            <a:r>
              <a:rPr lang="en-IN" dirty="0" err="1"/>
              <a:t>remnux</a:t>
            </a:r>
            <a:r>
              <a:rPr lang="en-IN" dirty="0"/>
              <a:t> file is stored click next and finish the installation process.</a:t>
            </a:r>
          </a:p>
        </p:txBody>
      </p:sp>
    </p:spTree>
    <p:extLst>
      <p:ext uri="{BB962C8B-B14F-4D97-AF65-F5344CB8AC3E}">
        <p14:creationId xmlns:p14="http://schemas.microsoft.com/office/powerpoint/2010/main" val="8761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17</a:t>
            </a:fld>
            <a:endParaRPr lang="en-US" dirty="0"/>
          </a:p>
        </p:txBody>
      </p:sp>
      <p:sp>
        <p:nvSpPr>
          <p:cNvPr id="5" name="TextBox 4">
            <a:extLst>
              <a:ext uri="{FF2B5EF4-FFF2-40B4-BE49-F238E27FC236}">
                <a16:creationId xmlns:a16="http://schemas.microsoft.com/office/drawing/2014/main" id="{FCDB79FF-8D55-1490-14E9-A150D65ACA00}"/>
              </a:ext>
            </a:extLst>
          </p:cNvPr>
          <p:cNvSpPr txBox="1"/>
          <p:nvPr/>
        </p:nvSpPr>
        <p:spPr>
          <a:xfrm>
            <a:off x="501361" y="1232844"/>
            <a:ext cx="6094268" cy="523220"/>
          </a:xfrm>
          <a:prstGeom prst="rect">
            <a:avLst/>
          </a:prstGeom>
          <a:noFill/>
        </p:spPr>
        <p:txBody>
          <a:bodyPr wrap="square">
            <a:spAutoFit/>
          </a:bodyPr>
          <a:lstStyle/>
          <a:p>
            <a:r>
              <a:rPr lang="en-IN" sz="2800" dirty="0"/>
              <a:t>Lab Layout - Self-Hosted (VirtualBox) </a:t>
            </a:r>
          </a:p>
        </p:txBody>
      </p:sp>
      <p:sp>
        <p:nvSpPr>
          <p:cNvPr id="4" name="TextBox 3">
            <a:extLst>
              <a:ext uri="{FF2B5EF4-FFF2-40B4-BE49-F238E27FC236}">
                <a16:creationId xmlns:a16="http://schemas.microsoft.com/office/drawing/2014/main" id="{67718387-25A1-B157-844E-DA89ED502F4B}"/>
              </a:ext>
            </a:extLst>
          </p:cNvPr>
          <p:cNvSpPr txBox="1"/>
          <p:nvPr/>
        </p:nvSpPr>
        <p:spPr>
          <a:xfrm>
            <a:off x="416719" y="1756064"/>
            <a:ext cx="9404614" cy="400110"/>
          </a:xfrm>
          <a:prstGeom prst="rect">
            <a:avLst/>
          </a:prstGeom>
          <a:noFill/>
        </p:spPr>
        <p:txBody>
          <a:bodyPr wrap="square" rtlCol="0">
            <a:spAutoFit/>
          </a:bodyPr>
          <a:lstStyle/>
          <a:p>
            <a:r>
              <a:rPr lang="en-IN" sz="2000" dirty="0"/>
              <a:t>STEPS TO CONFIGURE VIRTUALBOX NETWORK SETTINGS </a:t>
            </a:r>
          </a:p>
        </p:txBody>
      </p:sp>
      <p:sp>
        <p:nvSpPr>
          <p:cNvPr id="6" name="TextBox 5">
            <a:extLst>
              <a:ext uri="{FF2B5EF4-FFF2-40B4-BE49-F238E27FC236}">
                <a16:creationId xmlns:a16="http://schemas.microsoft.com/office/drawing/2014/main" id="{50BA7B07-DFCC-215A-FE55-7045BDDA0451}"/>
              </a:ext>
            </a:extLst>
          </p:cNvPr>
          <p:cNvSpPr txBox="1"/>
          <p:nvPr/>
        </p:nvSpPr>
        <p:spPr>
          <a:xfrm>
            <a:off x="416719" y="2186001"/>
            <a:ext cx="11132550" cy="400110"/>
          </a:xfrm>
          <a:prstGeom prst="rect">
            <a:avLst/>
          </a:prstGeom>
          <a:noFill/>
        </p:spPr>
        <p:txBody>
          <a:bodyPr wrap="square" rtlCol="0">
            <a:spAutoFit/>
          </a:bodyPr>
          <a:lstStyle/>
          <a:p>
            <a:r>
              <a:rPr lang="en-IN" sz="2000" dirty="0"/>
              <a:t>STEPS</a:t>
            </a:r>
          </a:p>
        </p:txBody>
      </p:sp>
      <p:sp>
        <p:nvSpPr>
          <p:cNvPr id="9" name="TextBox 8">
            <a:extLst>
              <a:ext uri="{FF2B5EF4-FFF2-40B4-BE49-F238E27FC236}">
                <a16:creationId xmlns:a16="http://schemas.microsoft.com/office/drawing/2014/main" id="{8012EDC4-B536-D522-BD7F-8AB4D3854CFA}"/>
              </a:ext>
            </a:extLst>
          </p:cNvPr>
          <p:cNvSpPr txBox="1"/>
          <p:nvPr/>
        </p:nvSpPr>
        <p:spPr>
          <a:xfrm>
            <a:off x="416719" y="2586111"/>
            <a:ext cx="10479906" cy="369332"/>
          </a:xfrm>
          <a:prstGeom prst="rect">
            <a:avLst/>
          </a:prstGeom>
          <a:noFill/>
        </p:spPr>
        <p:txBody>
          <a:bodyPr wrap="square">
            <a:spAutoFit/>
          </a:bodyPr>
          <a:lstStyle/>
          <a:p>
            <a:pPr marL="285750" indent="-285750">
              <a:buFont typeface="Arial" panose="020B0604020202020204" pitchFamily="34" charset="0"/>
              <a:buChar char="•"/>
            </a:pPr>
            <a:r>
              <a:rPr lang="en-US" dirty="0"/>
              <a:t>Create an isolated host-only adapter network for Windows 10 machine and </a:t>
            </a:r>
            <a:r>
              <a:rPr lang="en-US" dirty="0" err="1"/>
              <a:t>Remnux</a:t>
            </a:r>
            <a:r>
              <a:rPr lang="en-US" dirty="0"/>
              <a:t> to talk to each other.</a:t>
            </a:r>
            <a:endParaRPr lang="en-IN" dirty="0"/>
          </a:p>
        </p:txBody>
      </p:sp>
      <p:sp>
        <p:nvSpPr>
          <p:cNvPr id="13" name="TextBox 12">
            <a:extLst>
              <a:ext uri="{FF2B5EF4-FFF2-40B4-BE49-F238E27FC236}">
                <a16:creationId xmlns:a16="http://schemas.microsoft.com/office/drawing/2014/main" id="{3ABAA46B-C501-EB6C-1473-E553855CA9D0}"/>
              </a:ext>
            </a:extLst>
          </p:cNvPr>
          <p:cNvSpPr txBox="1"/>
          <p:nvPr/>
        </p:nvSpPr>
        <p:spPr>
          <a:xfrm>
            <a:off x="416719" y="2927410"/>
            <a:ext cx="6493933" cy="646331"/>
          </a:xfrm>
          <a:prstGeom prst="rect">
            <a:avLst/>
          </a:prstGeom>
          <a:noFill/>
        </p:spPr>
        <p:txBody>
          <a:bodyPr wrap="square">
            <a:spAutoFit/>
          </a:bodyPr>
          <a:lstStyle/>
          <a:p>
            <a:pPr marL="285750" indent="-285750">
              <a:buFont typeface="Arial" panose="020B0604020202020204" pitchFamily="34" charset="0"/>
              <a:buChar char="•"/>
            </a:pPr>
            <a:r>
              <a:rPr lang="en-US" dirty="0"/>
              <a:t>Create a new Host-only Network in both windows virtual machine and </a:t>
            </a:r>
            <a:r>
              <a:rPr lang="en-US" dirty="0" err="1"/>
              <a:t>remnux</a:t>
            </a:r>
            <a:r>
              <a:rPr lang="en-US" dirty="0"/>
              <a:t>.</a:t>
            </a:r>
            <a:endParaRPr lang="en-IN" dirty="0"/>
          </a:p>
        </p:txBody>
      </p:sp>
      <p:pic>
        <p:nvPicPr>
          <p:cNvPr id="17" name="Picture 16">
            <a:extLst>
              <a:ext uri="{FF2B5EF4-FFF2-40B4-BE49-F238E27FC236}">
                <a16:creationId xmlns:a16="http://schemas.microsoft.com/office/drawing/2014/main" id="{29A285F1-7C64-EDD5-FD1F-20B07866F8A7}"/>
              </a:ext>
            </a:extLst>
          </p:cNvPr>
          <p:cNvPicPr>
            <a:picLocks noChangeAspect="1"/>
          </p:cNvPicPr>
          <p:nvPr/>
        </p:nvPicPr>
        <p:blipFill>
          <a:blip r:embed="rId2"/>
          <a:stretch>
            <a:fillRect/>
          </a:stretch>
        </p:blipFill>
        <p:spPr>
          <a:xfrm>
            <a:off x="610261" y="3625738"/>
            <a:ext cx="6106848" cy="1802938"/>
          </a:xfrm>
          <a:prstGeom prst="rect">
            <a:avLst/>
          </a:prstGeom>
        </p:spPr>
      </p:pic>
    </p:spTree>
    <p:extLst>
      <p:ext uri="{BB962C8B-B14F-4D97-AF65-F5344CB8AC3E}">
        <p14:creationId xmlns:p14="http://schemas.microsoft.com/office/powerpoint/2010/main" val="14227167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18</a:t>
            </a:fld>
            <a:endParaRPr lang="en-US" dirty="0"/>
          </a:p>
        </p:txBody>
      </p:sp>
      <p:sp>
        <p:nvSpPr>
          <p:cNvPr id="5" name="TextBox 4">
            <a:extLst>
              <a:ext uri="{FF2B5EF4-FFF2-40B4-BE49-F238E27FC236}">
                <a16:creationId xmlns:a16="http://schemas.microsoft.com/office/drawing/2014/main" id="{FCDB79FF-8D55-1490-14E9-A150D65ACA00}"/>
              </a:ext>
            </a:extLst>
          </p:cNvPr>
          <p:cNvSpPr txBox="1"/>
          <p:nvPr/>
        </p:nvSpPr>
        <p:spPr>
          <a:xfrm>
            <a:off x="501361" y="1232844"/>
            <a:ext cx="6094268" cy="523220"/>
          </a:xfrm>
          <a:prstGeom prst="rect">
            <a:avLst/>
          </a:prstGeom>
          <a:noFill/>
        </p:spPr>
        <p:txBody>
          <a:bodyPr wrap="square">
            <a:spAutoFit/>
          </a:bodyPr>
          <a:lstStyle/>
          <a:p>
            <a:r>
              <a:rPr lang="en-IN" sz="2800" dirty="0"/>
              <a:t>Lab Layout - Self-Hosted (VirtualBox) </a:t>
            </a:r>
          </a:p>
        </p:txBody>
      </p:sp>
      <p:sp>
        <p:nvSpPr>
          <p:cNvPr id="4" name="TextBox 3">
            <a:extLst>
              <a:ext uri="{FF2B5EF4-FFF2-40B4-BE49-F238E27FC236}">
                <a16:creationId xmlns:a16="http://schemas.microsoft.com/office/drawing/2014/main" id="{67718387-25A1-B157-844E-DA89ED502F4B}"/>
              </a:ext>
            </a:extLst>
          </p:cNvPr>
          <p:cNvSpPr txBox="1"/>
          <p:nvPr/>
        </p:nvSpPr>
        <p:spPr>
          <a:xfrm>
            <a:off x="416719" y="1756064"/>
            <a:ext cx="9404614" cy="400110"/>
          </a:xfrm>
          <a:prstGeom prst="rect">
            <a:avLst/>
          </a:prstGeom>
          <a:noFill/>
        </p:spPr>
        <p:txBody>
          <a:bodyPr wrap="square" rtlCol="0">
            <a:spAutoFit/>
          </a:bodyPr>
          <a:lstStyle/>
          <a:p>
            <a:r>
              <a:rPr lang="en-IN" sz="2000" dirty="0"/>
              <a:t>STEPS TO CONFIGURE VIRTUALBOX NETWORK SETTINGS </a:t>
            </a:r>
          </a:p>
        </p:txBody>
      </p:sp>
      <p:sp>
        <p:nvSpPr>
          <p:cNvPr id="6" name="TextBox 5">
            <a:extLst>
              <a:ext uri="{FF2B5EF4-FFF2-40B4-BE49-F238E27FC236}">
                <a16:creationId xmlns:a16="http://schemas.microsoft.com/office/drawing/2014/main" id="{50BA7B07-DFCC-215A-FE55-7045BDDA0451}"/>
              </a:ext>
            </a:extLst>
          </p:cNvPr>
          <p:cNvSpPr txBox="1"/>
          <p:nvPr/>
        </p:nvSpPr>
        <p:spPr>
          <a:xfrm>
            <a:off x="416719" y="2186001"/>
            <a:ext cx="11132550" cy="400110"/>
          </a:xfrm>
          <a:prstGeom prst="rect">
            <a:avLst/>
          </a:prstGeom>
          <a:noFill/>
        </p:spPr>
        <p:txBody>
          <a:bodyPr wrap="square" rtlCol="0">
            <a:spAutoFit/>
          </a:bodyPr>
          <a:lstStyle/>
          <a:p>
            <a:r>
              <a:rPr lang="en-IN" sz="2000" dirty="0"/>
              <a:t>STEPS</a:t>
            </a:r>
          </a:p>
        </p:txBody>
      </p:sp>
      <p:pic>
        <p:nvPicPr>
          <p:cNvPr id="8" name="Picture 7">
            <a:extLst>
              <a:ext uri="{FF2B5EF4-FFF2-40B4-BE49-F238E27FC236}">
                <a16:creationId xmlns:a16="http://schemas.microsoft.com/office/drawing/2014/main" id="{24C1BC26-7536-5E2C-C1F8-0444A24232B4}"/>
              </a:ext>
            </a:extLst>
          </p:cNvPr>
          <p:cNvPicPr>
            <a:picLocks noChangeAspect="1"/>
          </p:cNvPicPr>
          <p:nvPr/>
        </p:nvPicPr>
        <p:blipFill>
          <a:blip r:embed="rId2"/>
          <a:stretch>
            <a:fillRect/>
          </a:stretch>
        </p:blipFill>
        <p:spPr>
          <a:xfrm>
            <a:off x="594519" y="3429000"/>
            <a:ext cx="2447925" cy="2857500"/>
          </a:xfrm>
          <a:prstGeom prst="rect">
            <a:avLst/>
          </a:prstGeom>
        </p:spPr>
      </p:pic>
      <p:sp>
        <p:nvSpPr>
          <p:cNvPr id="11" name="TextBox 10">
            <a:extLst>
              <a:ext uri="{FF2B5EF4-FFF2-40B4-BE49-F238E27FC236}">
                <a16:creationId xmlns:a16="http://schemas.microsoft.com/office/drawing/2014/main" id="{0D54082E-7337-3CF7-4B7C-B00CD73CA79D}"/>
              </a:ext>
            </a:extLst>
          </p:cNvPr>
          <p:cNvSpPr txBox="1"/>
          <p:nvPr/>
        </p:nvSpPr>
        <p:spPr>
          <a:xfrm>
            <a:off x="416719" y="2615938"/>
            <a:ext cx="11351948" cy="646331"/>
          </a:xfrm>
          <a:prstGeom prst="rect">
            <a:avLst/>
          </a:prstGeom>
          <a:noFill/>
        </p:spPr>
        <p:txBody>
          <a:bodyPr wrap="square">
            <a:spAutoFit/>
          </a:bodyPr>
          <a:lstStyle/>
          <a:p>
            <a:pPr marL="285750" indent="-285750">
              <a:buFont typeface="Arial" panose="020B0604020202020204" pitchFamily="34" charset="0"/>
              <a:buChar char="•"/>
            </a:pPr>
            <a:r>
              <a:rPr lang="en-US" dirty="0"/>
              <a:t>Right Click -&gt; Properties. Set IPv4 Address to a separate private range (ex. 10.0.0.1). </a:t>
            </a:r>
          </a:p>
          <a:p>
            <a:pPr marL="285750" indent="-285750">
              <a:buFont typeface="Arial" panose="020B0604020202020204" pitchFamily="34" charset="0"/>
              <a:buChar char="•"/>
            </a:pPr>
            <a:r>
              <a:rPr lang="en-US" dirty="0"/>
              <a:t>Set DHCP Server address to x.x.x.2, lower bound to x.x.x.3 and upper to x.x.x.254 </a:t>
            </a:r>
            <a:endParaRPr lang="en-IN" dirty="0"/>
          </a:p>
        </p:txBody>
      </p:sp>
    </p:spTree>
    <p:extLst>
      <p:ext uri="{BB962C8B-B14F-4D97-AF65-F5344CB8AC3E}">
        <p14:creationId xmlns:p14="http://schemas.microsoft.com/office/powerpoint/2010/main" val="30342059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19</a:t>
            </a:fld>
            <a:endParaRPr lang="en-US" dirty="0"/>
          </a:p>
        </p:txBody>
      </p:sp>
      <p:sp>
        <p:nvSpPr>
          <p:cNvPr id="5" name="TextBox 4">
            <a:extLst>
              <a:ext uri="{FF2B5EF4-FFF2-40B4-BE49-F238E27FC236}">
                <a16:creationId xmlns:a16="http://schemas.microsoft.com/office/drawing/2014/main" id="{FCDB79FF-8D55-1490-14E9-A150D65ACA00}"/>
              </a:ext>
            </a:extLst>
          </p:cNvPr>
          <p:cNvSpPr txBox="1"/>
          <p:nvPr/>
        </p:nvSpPr>
        <p:spPr>
          <a:xfrm>
            <a:off x="501361" y="1232844"/>
            <a:ext cx="6094268" cy="523220"/>
          </a:xfrm>
          <a:prstGeom prst="rect">
            <a:avLst/>
          </a:prstGeom>
          <a:noFill/>
        </p:spPr>
        <p:txBody>
          <a:bodyPr wrap="square">
            <a:spAutoFit/>
          </a:bodyPr>
          <a:lstStyle/>
          <a:p>
            <a:r>
              <a:rPr lang="en-IN" sz="2800" dirty="0"/>
              <a:t>Lab Layout - Self-Hosted (VirtualBox) </a:t>
            </a:r>
          </a:p>
        </p:txBody>
      </p:sp>
      <p:sp>
        <p:nvSpPr>
          <p:cNvPr id="4" name="TextBox 3">
            <a:extLst>
              <a:ext uri="{FF2B5EF4-FFF2-40B4-BE49-F238E27FC236}">
                <a16:creationId xmlns:a16="http://schemas.microsoft.com/office/drawing/2014/main" id="{67718387-25A1-B157-844E-DA89ED502F4B}"/>
              </a:ext>
            </a:extLst>
          </p:cNvPr>
          <p:cNvSpPr txBox="1"/>
          <p:nvPr/>
        </p:nvSpPr>
        <p:spPr>
          <a:xfrm>
            <a:off x="416719" y="1756064"/>
            <a:ext cx="9404614" cy="400110"/>
          </a:xfrm>
          <a:prstGeom prst="rect">
            <a:avLst/>
          </a:prstGeom>
          <a:noFill/>
        </p:spPr>
        <p:txBody>
          <a:bodyPr wrap="square" rtlCol="0">
            <a:spAutoFit/>
          </a:bodyPr>
          <a:lstStyle/>
          <a:p>
            <a:r>
              <a:rPr lang="en-IN" sz="2000" dirty="0"/>
              <a:t>STEPS TO CONFIGURE VIRTUALBOX NETWORK SETTINGS </a:t>
            </a:r>
          </a:p>
        </p:txBody>
      </p:sp>
      <p:sp>
        <p:nvSpPr>
          <p:cNvPr id="6" name="TextBox 5">
            <a:extLst>
              <a:ext uri="{FF2B5EF4-FFF2-40B4-BE49-F238E27FC236}">
                <a16:creationId xmlns:a16="http://schemas.microsoft.com/office/drawing/2014/main" id="{50BA7B07-DFCC-215A-FE55-7045BDDA0451}"/>
              </a:ext>
            </a:extLst>
          </p:cNvPr>
          <p:cNvSpPr txBox="1"/>
          <p:nvPr/>
        </p:nvSpPr>
        <p:spPr>
          <a:xfrm>
            <a:off x="416719" y="2186001"/>
            <a:ext cx="11132550" cy="400110"/>
          </a:xfrm>
          <a:prstGeom prst="rect">
            <a:avLst/>
          </a:prstGeom>
          <a:noFill/>
        </p:spPr>
        <p:txBody>
          <a:bodyPr wrap="square" rtlCol="0">
            <a:spAutoFit/>
          </a:bodyPr>
          <a:lstStyle/>
          <a:p>
            <a:r>
              <a:rPr lang="en-IN" sz="2000" dirty="0"/>
              <a:t>STEPS</a:t>
            </a:r>
          </a:p>
        </p:txBody>
      </p:sp>
      <p:sp>
        <p:nvSpPr>
          <p:cNvPr id="11" name="TextBox 10">
            <a:extLst>
              <a:ext uri="{FF2B5EF4-FFF2-40B4-BE49-F238E27FC236}">
                <a16:creationId xmlns:a16="http://schemas.microsoft.com/office/drawing/2014/main" id="{0D54082E-7337-3CF7-4B7C-B00CD73CA79D}"/>
              </a:ext>
            </a:extLst>
          </p:cNvPr>
          <p:cNvSpPr txBox="1"/>
          <p:nvPr/>
        </p:nvSpPr>
        <p:spPr>
          <a:xfrm>
            <a:off x="416719" y="2615938"/>
            <a:ext cx="11351948" cy="369332"/>
          </a:xfrm>
          <a:prstGeom prst="rect">
            <a:avLst/>
          </a:prstGeom>
          <a:noFill/>
        </p:spPr>
        <p:txBody>
          <a:bodyPr wrap="square">
            <a:spAutoFit/>
          </a:bodyPr>
          <a:lstStyle/>
          <a:p>
            <a:pPr marL="285750" indent="-285750">
              <a:buFont typeface="Arial" panose="020B0604020202020204" pitchFamily="34" charset="0"/>
              <a:buChar char="•"/>
            </a:pPr>
            <a:r>
              <a:rPr lang="en-US" dirty="0"/>
              <a:t> Ensure all VMs are using Host-only Adapter, Isolated Ethernet Adapter</a:t>
            </a:r>
            <a:endParaRPr lang="en-IN" dirty="0"/>
          </a:p>
        </p:txBody>
      </p:sp>
      <p:pic>
        <p:nvPicPr>
          <p:cNvPr id="9" name="Picture 8">
            <a:extLst>
              <a:ext uri="{FF2B5EF4-FFF2-40B4-BE49-F238E27FC236}">
                <a16:creationId xmlns:a16="http://schemas.microsoft.com/office/drawing/2014/main" id="{6BA43F87-0F83-C1B8-54B1-3FF063CFFD2D}"/>
              </a:ext>
            </a:extLst>
          </p:cNvPr>
          <p:cNvPicPr>
            <a:picLocks noChangeAspect="1"/>
          </p:cNvPicPr>
          <p:nvPr/>
        </p:nvPicPr>
        <p:blipFill>
          <a:blip r:embed="rId2"/>
          <a:stretch>
            <a:fillRect/>
          </a:stretch>
        </p:blipFill>
        <p:spPr>
          <a:xfrm>
            <a:off x="754062" y="2985270"/>
            <a:ext cx="3428471" cy="1485900"/>
          </a:xfrm>
          <a:prstGeom prst="rect">
            <a:avLst/>
          </a:prstGeom>
        </p:spPr>
      </p:pic>
      <p:sp>
        <p:nvSpPr>
          <p:cNvPr id="12" name="TextBox 11">
            <a:extLst>
              <a:ext uri="{FF2B5EF4-FFF2-40B4-BE49-F238E27FC236}">
                <a16:creationId xmlns:a16="http://schemas.microsoft.com/office/drawing/2014/main" id="{A123B811-B1B0-29C2-4887-E477C8E2EADA}"/>
              </a:ext>
            </a:extLst>
          </p:cNvPr>
          <p:cNvSpPr txBox="1"/>
          <p:nvPr/>
        </p:nvSpPr>
        <p:spPr>
          <a:xfrm>
            <a:off x="501361" y="4471170"/>
            <a:ext cx="6096000" cy="400110"/>
          </a:xfrm>
          <a:prstGeom prst="rect">
            <a:avLst/>
          </a:prstGeom>
          <a:noFill/>
        </p:spPr>
        <p:txBody>
          <a:bodyPr wrap="square">
            <a:spAutoFit/>
          </a:bodyPr>
          <a:lstStyle/>
          <a:p>
            <a:r>
              <a:rPr lang="en-US" sz="2000" dirty="0"/>
              <a:t>Creating a Fake Network in </a:t>
            </a:r>
            <a:r>
              <a:rPr lang="en-US" sz="2000" dirty="0" err="1"/>
              <a:t>Remnux</a:t>
            </a:r>
            <a:endParaRPr lang="en-IN" sz="2000" dirty="0"/>
          </a:p>
        </p:txBody>
      </p:sp>
      <p:sp>
        <p:nvSpPr>
          <p:cNvPr id="14" name="TextBox 13">
            <a:extLst>
              <a:ext uri="{FF2B5EF4-FFF2-40B4-BE49-F238E27FC236}">
                <a16:creationId xmlns:a16="http://schemas.microsoft.com/office/drawing/2014/main" id="{8E4A63BE-7D1B-886F-FAAD-9A1F47BC40D3}"/>
              </a:ext>
            </a:extLst>
          </p:cNvPr>
          <p:cNvSpPr txBox="1"/>
          <p:nvPr/>
        </p:nvSpPr>
        <p:spPr>
          <a:xfrm>
            <a:off x="501361" y="4871280"/>
            <a:ext cx="6096000" cy="369332"/>
          </a:xfrm>
          <a:prstGeom prst="rect">
            <a:avLst/>
          </a:prstGeom>
          <a:noFill/>
        </p:spPr>
        <p:txBody>
          <a:bodyPr wrap="square">
            <a:spAutoFit/>
          </a:bodyPr>
          <a:lstStyle/>
          <a:p>
            <a:pPr marL="285750" indent="-285750">
              <a:buFont typeface="Arial" panose="020B0604020202020204" pitchFamily="34" charset="0"/>
              <a:buChar char="•"/>
            </a:pPr>
            <a:r>
              <a:rPr lang="en-US" dirty="0"/>
              <a:t>Run </a:t>
            </a:r>
            <a:r>
              <a:rPr lang="en-US" dirty="0" err="1"/>
              <a:t>inetsim</a:t>
            </a:r>
            <a:r>
              <a:rPr lang="en-US" dirty="0"/>
              <a:t> in command prompt to start network service</a:t>
            </a:r>
            <a:endParaRPr lang="en-IN" dirty="0"/>
          </a:p>
        </p:txBody>
      </p:sp>
      <p:sp>
        <p:nvSpPr>
          <p:cNvPr id="16" name="TextBox 15">
            <a:extLst>
              <a:ext uri="{FF2B5EF4-FFF2-40B4-BE49-F238E27FC236}">
                <a16:creationId xmlns:a16="http://schemas.microsoft.com/office/drawing/2014/main" id="{115CD35E-3DCB-9F51-0C81-011E31D75066}"/>
              </a:ext>
            </a:extLst>
          </p:cNvPr>
          <p:cNvSpPr txBox="1"/>
          <p:nvPr/>
        </p:nvSpPr>
        <p:spPr>
          <a:xfrm>
            <a:off x="501361" y="5255824"/>
            <a:ext cx="6096000" cy="369332"/>
          </a:xfrm>
          <a:prstGeom prst="rect">
            <a:avLst/>
          </a:prstGeom>
          <a:noFill/>
        </p:spPr>
        <p:txBody>
          <a:bodyPr wrap="square">
            <a:spAutoFit/>
          </a:bodyPr>
          <a:lstStyle/>
          <a:p>
            <a:pPr marL="285750" indent="-285750">
              <a:buFont typeface="Arial" panose="020B0604020202020204" pitchFamily="34" charset="0"/>
              <a:buChar char="•"/>
            </a:pPr>
            <a:r>
              <a:rPr lang="en-US" dirty="0"/>
              <a:t>Edit the config file in /</a:t>
            </a:r>
            <a:r>
              <a:rPr lang="en-US" dirty="0" err="1"/>
              <a:t>etc</a:t>
            </a:r>
            <a:r>
              <a:rPr lang="en-US" dirty="0"/>
              <a:t>/</a:t>
            </a:r>
            <a:r>
              <a:rPr lang="en-US" dirty="0" err="1"/>
              <a:t>inetsim</a:t>
            </a:r>
            <a:r>
              <a:rPr lang="en-US" dirty="0"/>
              <a:t>/</a:t>
            </a:r>
            <a:r>
              <a:rPr lang="en-US" dirty="0" err="1"/>
              <a:t>inetsim.conf</a:t>
            </a:r>
            <a:r>
              <a:rPr lang="en-US" dirty="0"/>
              <a:t> . </a:t>
            </a:r>
            <a:endParaRPr lang="en-IN" dirty="0"/>
          </a:p>
        </p:txBody>
      </p:sp>
      <p:sp>
        <p:nvSpPr>
          <p:cNvPr id="18" name="TextBox 17">
            <a:extLst>
              <a:ext uri="{FF2B5EF4-FFF2-40B4-BE49-F238E27FC236}">
                <a16:creationId xmlns:a16="http://schemas.microsoft.com/office/drawing/2014/main" id="{9E84B6F8-8CF1-8042-0E41-00DACCE39034}"/>
              </a:ext>
            </a:extLst>
          </p:cNvPr>
          <p:cNvSpPr txBox="1"/>
          <p:nvPr/>
        </p:nvSpPr>
        <p:spPr>
          <a:xfrm>
            <a:off x="501361" y="5639207"/>
            <a:ext cx="11002961" cy="923330"/>
          </a:xfrm>
          <a:prstGeom prst="rect">
            <a:avLst/>
          </a:prstGeom>
          <a:noFill/>
        </p:spPr>
        <p:txBody>
          <a:bodyPr wrap="square">
            <a:spAutoFit/>
          </a:bodyPr>
          <a:lstStyle/>
          <a:p>
            <a:pPr marL="285750" indent="-285750">
              <a:buFont typeface="Arial" panose="020B0604020202020204" pitchFamily="34" charset="0"/>
              <a:buChar char="•"/>
            </a:pPr>
            <a:r>
              <a:rPr lang="en-US" dirty="0"/>
              <a:t>Uncomment </a:t>
            </a:r>
            <a:r>
              <a:rPr lang="en-US" dirty="0" err="1"/>
              <a:t>start_service</a:t>
            </a:r>
            <a:r>
              <a:rPr lang="en-US" dirty="0"/>
              <a:t> </a:t>
            </a:r>
            <a:r>
              <a:rPr lang="en-US" dirty="0" err="1"/>
              <a:t>dns</a:t>
            </a:r>
            <a:r>
              <a:rPr lang="en-US" dirty="0"/>
              <a:t> </a:t>
            </a:r>
          </a:p>
          <a:p>
            <a:pPr marL="285750" indent="-285750">
              <a:buFont typeface="Arial" panose="020B0604020202020204" pitchFamily="34" charset="0"/>
              <a:buChar char="•"/>
            </a:pPr>
            <a:r>
              <a:rPr lang="en-US" dirty="0"/>
              <a:t>Set the </a:t>
            </a:r>
            <a:r>
              <a:rPr lang="en-US" dirty="0" err="1"/>
              <a:t>service_bind_address</a:t>
            </a:r>
            <a:r>
              <a:rPr lang="en-US" dirty="0"/>
              <a:t> to 0.0.0.0 </a:t>
            </a:r>
          </a:p>
          <a:p>
            <a:pPr marL="285750" indent="-285750">
              <a:buFont typeface="Arial" panose="020B0604020202020204" pitchFamily="34" charset="0"/>
              <a:buChar char="•"/>
            </a:pPr>
            <a:r>
              <a:rPr lang="en-US" dirty="0"/>
              <a:t>Set the DNS Default IP to IP address of </a:t>
            </a:r>
            <a:r>
              <a:rPr lang="en-US" dirty="0" err="1"/>
              <a:t>Remnux</a:t>
            </a:r>
            <a:r>
              <a:rPr lang="en-US" dirty="0"/>
              <a:t> VM address. (10.0.0.4) </a:t>
            </a:r>
            <a:endParaRPr lang="en-IN" dirty="0"/>
          </a:p>
        </p:txBody>
      </p:sp>
      <p:sp>
        <p:nvSpPr>
          <p:cNvPr id="7" name="TextBox 6">
            <a:extLst>
              <a:ext uri="{FF2B5EF4-FFF2-40B4-BE49-F238E27FC236}">
                <a16:creationId xmlns:a16="http://schemas.microsoft.com/office/drawing/2014/main" id="{FED1C9D7-E6A7-A8FD-60A0-750F87A76343}"/>
              </a:ext>
            </a:extLst>
          </p:cNvPr>
          <p:cNvSpPr txBox="1"/>
          <p:nvPr/>
        </p:nvSpPr>
        <p:spPr>
          <a:xfrm>
            <a:off x="6985000" y="3149600"/>
            <a:ext cx="5008217" cy="2246769"/>
          </a:xfrm>
          <a:prstGeom prst="rect">
            <a:avLst/>
          </a:prstGeom>
          <a:noFill/>
        </p:spPr>
        <p:txBody>
          <a:bodyPr wrap="square" rtlCol="0">
            <a:spAutoFit/>
          </a:bodyPr>
          <a:lstStyle/>
          <a:p>
            <a:pPr marL="285750" indent="-285750">
              <a:buFont typeface="Arial" panose="020B0604020202020204" pitchFamily="34" charset="0"/>
              <a:buChar char="•"/>
            </a:pPr>
            <a:r>
              <a:rPr lang="en-IN" sz="1400" dirty="0"/>
              <a:t>Download </a:t>
            </a:r>
            <a:r>
              <a:rPr lang="en-IN" sz="1400" dirty="0" err="1"/>
              <a:t>Sysinternal</a:t>
            </a:r>
            <a:r>
              <a:rPr lang="en-IN" sz="1400" dirty="0"/>
              <a:t> file library by typing </a:t>
            </a:r>
            <a:r>
              <a:rPr lang="en-IN" sz="1400" dirty="0" err="1"/>
              <a:t>sysinternal</a:t>
            </a:r>
            <a:r>
              <a:rPr lang="en-IN" sz="1400" dirty="0"/>
              <a:t> Microsoft in search bar of your browser </a:t>
            </a:r>
          </a:p>
          <a:p>
            <a:pPr marL="285750" indent="-285750">
              <a:buFont typeface="Arial" panose="020B0604020202020204" pitchFamily="34" charset="0"/>
              <a:buChar char="•"/>
            </a:pPr>
            <a:r>
              <a:rPr lang="en-IN" sz="1400" dirty="0"/>
              <a:t>Go to downloads select </a:t>
            </a:r>
            <a:r>
              <a:rPr lang="en-IN" sz="1400" dirty="0" err="1"/>
              <a:t>sysinternal</a:t>
            </a:r>
            <a:r>
              <a:rPr lang="en-IN" sz="1400" dirty="0"/>
              <a:t> suite and download that file.</a:t>
            </a:r>
          </a:p>
          <a:p>
            <a:pPr marL="285750" indent="-285750">
              <a:buFont typeface="Arial" panose="020B0604020202020204" pitchFamily="34" charset="0"/>
              <a:buChar char="•"/>
            </a:pPr>
            <a:r>
              <a:rPr lang="en-IN" sz="1400" dirty="0"/>
              <a:t>Now create a  new folder in </a:t>
            </a:r>
          </a:p>
          <a:p>
            <a:pPr marL="285750" indent="-285750">
              <a:buFont typeface="Arial" panose="020B0604020202020204" pitchFamily="34" charset="0"/>
              <a:buChar char="•"/>
            </a:pPr>
            <a:r>
              <a:rPr lang="en-IN" sz="1400" dirty="0"/>
              <a:t>C:&gt;programdata&gt;Microsoft&gt;windows&gt;startmenu&gt;program&gt;Tools</a:t>
            </a:r>
          </a:p>
          <a:p>
            <a:pPr marL="285750" indent="-285750">
              <a:buFont typeface="Arial" panose="020B0604020202020204" pitchFamily="34" charset="0"/>
              <a:buChar char="•"/>
            </a:pPr>
            <a:r>
              <a:rPr lang="en-IN" sz="1400" dirty="0"/>
              <a:t>Note : create a new folder </a:t>
            </a:r>
            <a:r>
              <a:rPr lang="en-IN" sz="1400" dirty="0" err="1"/>
              <a:t>sysinternals</a:t>
            </a:r>
            <a:r>
              <a:rPr lang="en-IN" sz="1400" dirty="0"/>
              <a:t> and extract the </a:t>
            </a:r>
            <a:r>
              <a:rPr lang="en-IN" sz="1400" dirty="0" err="1"/>
              <a:t>sysinternal</a:t>
            </a:r>
            <a:r>
              <a:rPr lang="en-IN" sz="1400" dirty="0"/>
              <a:t> zip file here. If you don’t get the tools folder create a </a:t>
            </a:r>
            <a:r>
              <a:rPr lang="en-IN" sz="1400" dirty="0" err="1"/>
              <a:t>sysinternal</a:t>
            </a:r>
            <a:r>
              <a:rPr lang="en-IN" sz="1400" dirty="0"/>
              <a:t> folder in     programs</a:t>
            </a:r>
          </a:p>
        </p:txBody>
      </p:sp>
    </p:spTree>
    <p:extLst>
      <p:ext uri="{BB962C8B-B14F-4D97-AF65-F5344CB8AC3E}">
        <p14:creationId xmlns:p14="http://schemas.microsoft.com/office/powerpoint/2010/main" val="24023284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20</a:t>
            </a:fld>
            <a:endParaRPr lang="en-US" dirty="0"/>
          </a:p>
        </p:txBody>
      </p:sp>
      <p:sp>
        <p:nvSpPr>
          <p:cNvPr id="5" name="TextBox 4">
            <a:extLst>
              <a:ext uri="{FF2B5EF4-FFF2-40B4-BE49-F238E27FC236}">
                <a16:creationId xmlns:a16="http://schemas.microsoft.com/office/drawing/2014/main" id="{FCDB79FF-8D55-1490-14E9-A150D65ACA00}"/>
              </a:ext>
            </a:extLst>
          </p:cNvPr>
          <p:cNvSpPr txBox="1"/>
          <p:nvPr/>
        </p:nvSpPr>
        <p:spPr>
          <a:xfrm>
            <a:off x="501361" y="1232844"/>
            <a:ext cx="6094268" cy="523220"/>
          </a:xfrm>
          <a:prstGeom prst="rect">
            <a:avLst/>
          </a:prstGeom>
          <a:noFill/>
        </p:spPr>
        <p:txBody>
          <a:bodyPr wrap="square">
            <a:spAutoFit/>
          </a:bodyPr>
          <a:lstStyle/>
          <a:p>
            <a:r>
              <a:rPr lang="en-IN" sz="2800" dirty="0"/>
              <a:t>Lab Layout - Self-Hosted (VirtualBox) </a:t>
            </a:r>
          </a:p>
        </p:txBody>
      </p:sp>
      <p:sp>
        <p:nvSpPr>
          <p:cNvPr id="4" name="TextBox 3">
            <a:extLst>
              <a:ext uri="{FF2B5EF4-FFF2-40B4-BE49-F238E27FC236}">
                <a16:creationId xmlns:a16="http://schemas.microsoft.com/office/drawing/2014/main" id="{67718387-25A1-B157-844E-DA89ED502F4B}"/>
              </a:ext>
            </a:extLst>
          </p:cNvPr>
          <p:cNvSpPr txBox="1"/>
          <p:nvPr/>
        </p:nvSpPr>
        <p:spPr>
          <a:xfrm>
            <a:off x="416719" y="1756064"/>
            <a:ext cx="9404614" cy="400110"/>
          </a:xfrm>
          <a:prstGeom prst="rect">
            <a:avLst/>
          </a:prstGeom>
          <a:noFill/>
        </p:spPr>
        <p:txBody>
          <a:bodyPr wrap="square" rtlCol="0">
            <a:spAutoFit/>
          </a:bodyPr>
          <a:lstStyle/>
          <a:p>
            <a:r>
              <a:rPr lang="en-IN" sz="2000" dirty="0"/>
              <a:t>STEPS TO CONFIGURE Windows VIRTUALBOX NETWORK SETTINGS </a:t>
            </a:r>
          </a:p>
        </p:txBody>
      </p:sp>
      <p:sp>
        <p:nvSpPr>
          <p:cNvPr id="6" name="TextBox 5">
            <a:extLst>
              <a:ext uri="{FF2B5EF4-FFF2-40B4-BE49-F238E27FC236}">
                <a16:creationId xmlns:a16="http://schemas.microsoft.com/office/drawing/2014/main" id="{50BA7B07-DFCC-215A-FE55-7045BDDA0451}"/>
              </a:ext>
            </a:extLst>
          </p:cNvPr>
          <p:cNvSpPr txBox="1"/>
          <p:nvPr/>
        </p:nvSpPr>
        <p:spPr>
          <a:xfrm>
            <a:off x="416719" y="2186001"/>
            <a:ext cx="11132550" cy="400110"/>
          </a:xfrm>
          <a:prstGeom prst="rect">
            <a:avLst/>
          </a:prstGeom>
          <a:noFill/>
        </p:spPr>
        <p:txBody>
          <a:bodyPr wrap="square" rtlCol="0">
            <a:spAutoFit/>
          </a:bodyPr>
          <a:lstStyle/>
          <a:p>
            <a:r>
              <a:rPr lang="en-IN" sz="2000" dirty="0"/>
              <a:t>STEPS</a:t>
            </a:r>
          </a:p>
        </p:txBody>
      </p:sp>
      <p:sp>
        <p:nvSpPr>
          <p:cNvPr id="8" name="TextBox 7">
            <a:extLst>
              <a:ext uri="{FF2B5EF4-FFF2-40B4-BE49-F238E27FC236}">
                <a16:creationId xmlns:a16="http://schemas.microsoft.com/office/drawing/2014/main" id="{A0DB063B-A3CE-E931-2736-26E834347D94}"/>
              </a:ext>
            </a:extLst>
          </p:cNvPr>
          <p:cNvSpPr txBox="1"/>
          <p:nvPr/>
        </p:nvSpPr>
        <p:spPr>
          <a:xfrm>
            <a:off x="501361" y="2946400"/>
            <a:ext cx="9853372" cy="3139321"/>
          </a:xfrm>
          <a:prstGeom prst="rect">
            <a:avLst/>
          </a:prstGeom>
          <a:noFill/>
        </p:spPr>
        <p:txBody>
          <a:bodyPr wrap="square" rtlCol="0">
            <a:spAutoFit/>
          </a:bodyPr>
          <a:lstStyle/>
          <a:p>
            <a:pPr marL="285750" indent="-285750">
              <a:buFont typeface="Arial" panose="020B0604020202020204" pitchFamily="34" charset="0"/>
              <a:buChar char="•"/>
            </a:pPr>
            <a:r>
              <a:rPr lang="en-IN" dirty="0"/>
              <a:t>Go to windows </a:t>
            </a:r>
            <a:r>
              <a:rPr lang="en-IN" dirty="0" err="1"/>
              <a:t>vm</a:t>
            </a:r>
            <a:r>
              <a:rPr lang="en-IN" dirty="0"/>
              <a:t> box</a:t>
            </a:r>
          </a:p>
          <a:p>
            <a:pPr marL="285750" indent="-285750">
              <a:buFont typeface="Arial" panose="020B0604020202020204" pitchFamily="34" charset="0"/>
              <a:buChar char="•"/>
            </a:pPr>
            <a:r>
              <a:rPr lang="en-IN" dirty="0"/>
              <a:t>Go to </a:t>
            </a:r>
            <a:r>
              <a:rPr lang="en-IN" dirty="0" err="1"/>
              <a:t>searchbar</a:t>
            </a:r>
            <a:r>
              <a:rPr lang="en-IN" dirty="0"/>
              <a:t> type ethernet settings</a:t>
            </a:r>
          </a:p>
          <a:p>
            <a:pPr marL="285750" indent="-285750">
              <a:buFont typeface="Arial" panose="020B0604020202020204" pitchFamily="34" charset="0"/>
              <a:buChar char="•"/>
            </a:pPr>
            <a:r>
              <a:rPr lang="en-IN" dirty="0"/>
              <a:t>Click on change adapter settings</a:t>
            </a:r>
          </a:p>
          <a:p>
            <a:pPr marL="285750" indent="-285750">
              <a:buFont typeface="Arial" panose="020B0604020202020204" pitchFamily="34" charset="0"/>
              <a:buChar char="•"/>
            </a:pPr>
            <a:r>
              <a:rPr lang="en-IN" dirty="0"/>
              <a:t>Click on ethernet Go to properties</a:t>
            </a:r>
          </a:p>
          <a:p>
            <a:pPr marL="285750" indent="-285750">
              <a:buFont typeface="Arial" panose="020B0604020202020204" pitchFamily="34" charset="0"/>
              <a:buChar char="•"/>
            </a:pPr>
            <a:r>
              <a:rPr lang="en-IN" dirty="0"/>
              <a:t>Use the following </a:t>
            </a:r>
            <a:r>
              <a:rPr lang="en-IN" dirty="0" err="1"/>
              <a:t>dns</a:t>
            </a:r>
            <a:r>
              <a:rPr lang="en-IN" dirty="0"/>
              <a:t> server 10.0.0.4 click ok and exit</a:t>
            </a:r>
          </a:p>
          <a:p>
            <a:pPr marL="285750" indent="-285750">
              <a:buFont typeface="Arial" panose="020B0604020202020204" pitchFamily="34" charset="0"/>
              <a:buChar char="•"/>
            </a:pPr>
            <a:r>
              <a:rPr lang="en-IN" dirty="0"/>
              <a:t>Use ping 10.0.0.4 on windows </a:t>
            </a:r>
            <a:r>
              <a:rPr lang="en-IN" dirty="0" err="1"/>
              <a:t>powershell</a:t>
            </a:r>
            <a:endParaRPr lang="en-IN" dirty="0"/>
          </a:p>
          <a:p>
            <a:pPr marL="285750" indent="-285750">
              <a:buFont typeface="Arial" panose="020B0604020202020204" pitchFamily="34" charset="0"/>
              <a:buChar char="•"/>
            </a:pPr>
            <a:r>
              <a:rPr lang="en-IN" dirty="0"/>
              <a:t>Use ping 10.0.0.3 on </a:t>
            </a:r>
            <a:r>
              <a:rPr lang="en-IN" dirty="0" err="1"/>
              <a:t>remnux</a:t>
            </a:r>
            <a:r>
              <a:rPr lang="en-IN" dirty="0"/>
              <a:t> terminal to check the ping reply which ensures both the machine are able to communicate with each other.</a:t>
            </a:r>
          </a:p>
          <a:p>
            <a:pPr marL="285750" indent="-285750">
              <a:buFont typeface="Arial" panose="020B0604020202020204" pitchFamily="34" charset="0"/>
              <a:buChar char="•"/>
            </a:pPr>
            <a:r>
              <a:rPr lang="en-IN" dirty="0"/>
              <a:t>Now take a snapshot save it as </a:t>
            </a:r>
            <a:r>
              <a:rPr lang="en-IN" dirty="0" err="1"/>
              <a:t>flarevm</a:t>
            </a:r>
            <a:r>
              <a:rPr lang="en-IN" dirty="0"/>
              <a:t> base.</a:t>
            </a:r>
          </a:p>
          <a:p>
            <a:pPr marL="285750" indent="-285750">
              <a:buFont typeface="Arial" panose="020B0604020202020204" pitchFamily="34" charset="0"/>
              <a:buChar char="•"/>
            </a:pPr>
            <a:r>
              <a:rPr lang="en-IN" dirty="0"/>
              <a:t>Type the following http link in chrome browser to download malware </a:t>
            </a:r>
            <a:r>
              <a:rPr lang="en-US" dirty="0">
                <a:hlinkClick r:id="rId2"/>
              </a:rPr>
              <a:t>http://10.0.04/malware.exe</a:t>
            </a:r>
            <a:endParaRPr lang="en-US" dirty="0"/>
          </a:p>
          <a:p>
            <a:pPr marL="285750" indent="-285750">
              <a:buFont typeface="Arial" panose="020B0604020202020204" pitchFamily="34" charset="0"/>
              <a:buChar char="•"/>
            </a:pPr>
            <a:r>
              <a:rPr lang="en-US" dirty="0"/>
              <a:t>Now scroll to downloads folder to perform malware analysis.</a:t>
            </a:r>
            <a:endParaRPr lang="en-IN" dirty="0"/>
          </a:p>
        </p:txBody>
      </p:sp>
    </p:spTree>
    <p:extLst>
      <p:ext uri="{BB962C8B-B14F-4D97-AF65-F5344CB8AC3E}">
        <p14:creationId xmlns:p14="http://schemas.microsoft.com/office/powerpoint/2010/main" val="511133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21</a:t>
            </a:fld>
            <a:endParaRPr lang="en-US" dirty="0"/>
          </a:p>
        </p:txBody>
      </p:sp>
      <p:sp>
        <p:nvSpPr>
          <p:cNvPr id="5" name="TextBox 4">
            <a:extLst>
              <a:ext uri="{FF2B5EF4-FFF2-40B4-BE49-F238E27FC236}">
                <a16:creationId xmlns:a16="http://schemas.microsoft.com/office/drawing/2014/main" id="{FCDB79FF-8D55-1490-14E9-A150D65ACA00}"/>
              </a:ext>
            </a:extLst>
          </p:cNvPr>
          <p:cNvSpPr txBox="1"/>
          <p:nvPr/>
        </p:nvSpPr>
        <p:spPr>
          <a:xfrm>
            <a:off x="501361" y="1232844"/>
            <a:ext cx="6094268" cy="523220"/>
          </a:xfrm>
          <a:prstGeom prst="rect">
            <a:avLst/>
          </a:prstGeom>
          <a:noFill/>
        </p:spPr>
        <p:txBody>
          <a:bodyPr wrap="square">
            <a:spAutoFit/>
          </a:bodyPr>
          <a:lstStyle/>
          <a:p>
            <a:r>
              <a:rPr lang="en-IN" sz="2800" dirty="0"/>
              <a:t>Lab Layout - Self-Hosted (VirtualBox) </a:t>
            </a:r>
          </a:p>
        </p:txBody>
      </p:sp>
      <p:sp>
        <p:nvSpPr>
          <p:cNvPr id="4" name="TextBox 3">
            <a:extLst>
              <a:ext uri="{FF2B5EF4-FFF2-40B4-BE49-F238E27FC236}">
                <a16:creationId xmlns:a16="http://schemas.microsoft.com/office/drawing/2014/main" id="{67718387-25A1-B157-844E-DA89ED502F4B}"/>
              </a:ext>
            </a:extLst>
          </p:cNvPr>
          <p:cNvSpPr txBox="1"/>
          <p:nvPr/>
        </p:nvSpPr>
        <p:spPr>
          <a:xfrm>
            <a:off x="416719" y="1756064"/>
            <a:ext cx="9404614" cy="400110"/>
          </a:xfrm>
          <a:prstGeom prst="rect">
            <a:avLst/>
          </a:prstGeom>
          <a:noFill/>
        </p:spPr>
        <p:txBody>
          <a:bodyPr wrap="square" rtlCol="0">
            <a:spAutoFit/>
          </a:bodyPr>
          <a:lstStyle/>
          <a:p>
            <a:r>
              <a:rPr lang="en-IN" sz="2000" dirty="0"/>
              <a:t>STEPS TO CONFIGURE VIRTUALBOX NETWORK SETTINGS </a:t>
            </a:r>
          </a:p>
        </p:txBody>
      </p:sp>
      <p:sp>
        <p:nvSpPr>
          <p:cNvPr id="6" name="TextBox 5">
            <a:extLst>
              <a:ext uri="{FF2B5EF4-FFF2-40B4-BE49-F238E27FC236}">
                <a16:creationId xmlns:a16="http://schemas.microsoft.com/office/drawing/2014/main" id="{50BA7B07-DFCC-215A-FE55-7045BDDA0451}"/>
              </a:ext>
            </a:extLst>
          </p:cNvPr>
          <p:cNvSpPr txBox="1"/>
          <p:nvPr/>
        </p:nvSpPr>
        <p:spPr>
          <a:xfrm>
            <a:off x="416719" y="2186001"/>
            <a:ext cx="11132550" cy="400110"/>
          </a:xfrm>
          <a:prstGeom prst="rect">
            <a:avLst/>
          </a:prstGeom>
          <a:noFill/>
        </p:spPr>
        <p:txBody>
          <a:bodyPr wrap="square" rtlCol="0">
            <a:spAutoFit/>
          </a:bodyPr>
          <a:lstStyle/>
          <a:p>
            <a:r>
              <a:rPr lang="en-IN" sz="2000" dirty="0"/>
              <a:t>STEPS</a:t>
            </a:r>
          </a:p>
        </p:txBody>
      </p:sp>
      <p:sp>
        <p:nvSpPr>
          <p:cNvPr id="8" name="TextBox 7">
            <a:extLst>
              <a:ext uri="{FF2B5EF4-FFF2-40B4-BE49-F238E27FC236}">
                <a16:creationId xmlns:a16="http://schemas.microsoft.com/office/drawing/2014/main" id="{FA540BFA-5C79-6439-D9C0-3E720B40B9A7}"/>
              </a:ext>
            </a:extLst>
          </p:cNvPr>
          <p:cNvSpPr txBox="1"/>
          <p:nvPr/>
        </p:nvSpPr>
        <p:spPr>
          <a:xfrm>
            <a:off x="416719" y="2667717"/>
            <a:ext cx="6096000" cy="369332"/>
          </a:xfrm>
          <a:prstGeom prst="rect">
            <a:avLst/>
          </a:prstGeom>
          <a:noFill/>
        </p:spPr>
        <p:txBody>
          <a:bodyPr wrap="square">
            <a:spAutoFit/>
          </a:bodyPr>
          <a:lstStyle/>
          <a:p>
            <a:r>
              <a:rPr lang="en-IN" b="1" dirty="0"/>
              <a:t>Serving Valid HTTP Responses</a:t>
            </a:r>
          </a:p>
        </p:txBody>
      </p:sp>
      <p:sp>
        <p:nvSpPr>
          <p:cNvPr id="13" name="TextBox 12">
            <a:extLst>
              <a:ext uri="{FF2B5EF4-FFF2-40B4-BE49-F238E27FC236}">
                <a16:creationId xmlns:a16="http://schemas.microsoft.com/office/drawing/2014/main" id="{244157F6-43F6-8E45-9D61-5623BC3BB7CD}"/>
              </a:ext>
            </a:extLst>
          </p:cNvPr>
          <p:cNvSpPr txBox="1"/>
          <p:nvPr/>
        </p:nvSpPr>
        <p:spPr>
          <a:xfrm>
            <a:off x="501361" y="3037049"/>
            <a:ext cx="6096000" cy="369332"/>
          </a:xfrm>
          <a:prstGeom prst="rect">
            <a:avLst/>
          </a:prstGeom>
          <a:noFill/>
        </p:spPr>
        <p:txBody>
          <a:bodyPr wrap="square">
            <a:spAutoFit/>
          </a:bodyPr>
          <a:lstStyle/>
          <a:p>
            <a:r>
              <a:rPr lang="en-IN" dirty="0"/>
              <a:t>In the Windows Box:</a:t>
            </a:r>
          </a:p>
        </p:txBody>
      </p:sp>
      <p:sp>
        <p:nvSpPr>
          <p:cNvPr id="17" name="TextBox 16">
            <a:extLst>
              <a:ext uri="{FF2B5EF4-FFF2-40B4-BE49-F238E27FC236}">
                <a16:creationId xmlns:a16="http://schemas.microsoft.com/office/drawing/2014/main" id="{CB3E1249-3414-DB74-0904-4796CA1FF9CF}"/>
              </a:ext>
            </a:extLst>
          </p:cNvPr>
          <p:cNvSpPr txBox="1"/>
          <p:nvPr/>
        </p:nvSpPr>
        <p:spPr>
          <a:xfrm>
            <a:off x="501361" y="3395654"/>
            <a:ext cx="11096120" cy="923330"/>
          </a:xfrm>
          <a:prstGeom prst="rect">
            <a:avLst/>
          </a:prstGeom>
          <a:noFill/>
        </p:spPr>
        <p:txBody>
          <a:bodyPr wrap="square">
            <a:spAutoFit/>
          </a:bodyPr>
          <a:lstStyle/>
          <a:p>
            <a:pPr marL="285750" indent="-285750">
              <a:buFont typeface="Arial" panose="020B0604020202020204" pitchFamily="34" charset="0"/>
              <a:buChar char="•"/>
            </a:pPr>
            <a:r>
              <a:rPr lang="en-US" dirty="0"/>
              <a:t>Enter the IP address of </a:t>
            </a:r>
            <a:r>
              <a:rPr lang="en-US" dirty="0" err="1"/>
              <a:t>Remnux</a:t>
            </a:r>
            <a:r>
              <a:rPr lang="en-US" dirty="0"/>
              <a:t> to receive a standard 200 response. </a:t>
            </a:r>
          </a:p>
          <a:p>
            <a:pPr marL="285750" indent="-285750">
              <a:buFont typeface="Arial" panose="020B0604020202020204" pitchFamily="34" charset="0"/>
              <a:buChar char="•"/>
            </a:pPr>
            <a:r>
              <a:rPr lang="en-US" dirty="0"/>
              <a:t>http://10.0.04/malware.exe: Always serves a test binary when typing in (.exe) extension. In chrome browser </a:t>
            </a:r>
          </a:p>
          <a:p>
            <a:pPr marL="285750" indent="-285750">
              <a:buFont typeface="Arial" panose="020B0604020202020204" pitchFamily="34" charset="0"/>
              <a:buChar char="•"/>
            </a:pPr>
            <a:r>
              <a:rPr lang="en-US" dirty="0"/>
              <a:t>my_malware.info: Serves a valid DNS response for any URL. </a:t>
            </a:r>
            <a:endParaRPr lang="en-IN" dirty="0"/>
          </a:p>
        </p:txBody>
      </p:sp>
      <p:sp>
        <p:nvSpPr>
          <p:cNvPr id="20" name="TextBox 19">
            <a:extLst>
              <a:ext uri="{FF2B5EF4-FFF2-40B4-BE49-F238E27FC236}">
                <a16:creationId xmlns:a16="http://schemas.microsoft.com/office/drawing/2014/main" id="{1257F5F4-2F73-FFC1-470C-51DA70D6E792}"/>
              </a:ext>
            </a:extLst>
          </p:cNvPr>
          <p:cNvSpPr txBox="1"/>
          <p:nvPr/>
        </p:nvSpPr>
        <p:spPr>
          <a:xfrm>
            <a:off x="499629" y="4269168"/>
            <a:ext cx="10591704" cy="369332"/>
          </a:xfrm>
          <a:prstGeom prst="rect">
            <a:avLst/>
          </a:prstGeom>
          <a:noFill/>
        </p:spPr>
        <p:txBody>
          <a:bodyPr wrap="square">
            <a:spAutoFit/>
          </a:bodyPr>
          <a:lstStyle/>
          <a:p>
            <a:r>
              <a:rPr lang="en-IN" b="1" dirty="0"/>
              <a:t>Windows Firewall Inbound Rule(IF PING COMMAND DOESNT WORK ON REMNUX)</a:t>
            </a:r>
          </a:p>
        </p:txBody>
      </p:sp>
      <p:sp>
        <p:nvSpPr>
          <p:cNvPr id="22" name="TextBox 21">
            <a:extLst>
              <a:ext uri="{FF2B5EF4-FFF2-40B4-BE49-F238E27FC236}">
                <a16:creationId xmlns:a16="http://schemas.microsoft.com/office/drawing/2014/main" id="{432D9DDE-6705-C802-4EA6-7A1D7B0287FF}"/>
              </a:ext>
            </a:extLst>
          </p:cNvPr>
          <p:cNvSpPr txBox="1"/>
          <p:nvPr/>
        </p:nvSpPr>
        <p:spPr>
          <a:xfrm>
            <a:off x="594519" y="4645733"/>
            <a:ext cx="11165681" cy="369332"/>
          </a:xfrm>
          <a:prstGeom prst="rect">
            <a:avLst/>
          </a:prstGeom>
          <a:noFill/>
        </p:spPr>
        <p:txBody>
          <a:bodyPr wrap="square">
            <a:spAutoFit/>
          </a:bodyPr>
          <a:lstStyle/>
          <a:p>
            <a:r>
              <a:rPr lang="en-US" dirty="0"/>
              <a:t>If </a:t>
            </a:r>
            <a:r>
              <a:rPr lang="en-US" dirty="0" err="1"/>
              <a:t>Remnux</a:t>
            </a:r>
            <a:r>
              <a:rPr lang="en-US" dirty="0"/>
              <a:t> can't ping the </a:t>
            </a:r>
            <a:r>
              <a:rPr lang="en-US" dirty="0" err="1"/>
              <a:t>FlareVM</a:t>
            </a:r>
            <a:r>
              <a:rPr lang="en-US" dirty="0"/>
              <a:t> host, add an inbound rule to allow all traffic through from the </a:t>
            </a:r>
            <a:r>
              <a:rPr lang="en-US" dirty="0" err="1"/>
              <a:t>Remnux</a:t>
            </a:r>
            <a:r>
              <a:rPr lang="en-US" dirty="0"/>
              <a:t> IP address.</a:t>
            </a:r>
            <a:endParaRPr lang="en-IN" dirty="0"/>
          </a:p>
        </p:txBody>
      </p:sp>
      <p:pic>
        <p:nvPicPr>
          <p:cNvPr id="24" name="Picture 23">
            <a:extLst>
              <a:ext uri="{FF2B5EF4-FFF2-40B4-BE49-F238E27FC236}">
                <a16:creationId xmlns:a16="http://schemas.microsoft.com/office/drawing/2014/main" id="{599742E0-242E-140F-9B46-32F554AEF849}"/>
              </a:ext>
            </a:extLst>
          </p:cNvPr>
          <p:cNvPicPr>
            <a:picLocks noChangeAspect="1"/>
          </p:cNvPicPr>
          <p:nvPr/>
        </p:nvPicPr>
        <p:blipFill>
          <a:blip r:embed="rId2"/>
          <a:stretch>
            <a:fillRect/>
          </a:stretch>
        </p:blipFill>
        <p:spPr>
          <a:xfrm>
            <a:off x="594519" y="5109067"/>
            <a:ext cx="3601773" cy="733425"/>
          </a:xfrm>
          <a:prstGeom prst="rect">
            <a:avLst/>
          </a:prstGeom>
        </p:spPr>
      </p:pic>
      <p:sp>
        <p:nvSpPr>
          <p:cNvPr id="26" name="TextBox 25">
            <a:extLst>
              <a:ext uri="{FF2B5EF4-FFF2-40B4-BE49-F238E27FC236}">
                <a16:creationId xmlns:a16="http://schemas.microsoft.com/office/drawing/2014/main" id="{8A372C95-8399-49B0-B10C-7C408EE7CFED}"/>
              </a:ext>
            </a:extLst>
          </p:cNvPr>
          <p:cNvSpPr txBox="1"/>
          <p:nvPr/>
        </p:nvSpPr>
        <p:spPr>
          <a:xfrm>
            <a:off x="594519" y="5870619"/>
            <a:ext cx="6096000" cy="369332"/>
          </a:xfrm>
          <a:prstGeom prst="rect">
            <a:avLst/>
          </a:prstGeom>
          <a:noFill/>
        </p:spPr>
        <p:txBody>
          <a:bodyPr wrap="square">
            <a:spAutoFit/>
          </a:bodyPr>
          <a:lstStyle/>
          <a:p>
            <a:r>
              <a:rPr lang="en-IN" dirty="0"/>
              <a:t>Open Windows Defender Firewall</a:t>
            </a:r>
          </a:p>
        </p:txBody>
      </p:sp>
    </p:spTree>
    <p:extLst>
      <p:ext uri="{BB962C8B-B14F-4D97-AF65-F5344CB8AC3E}">
        <p14:creationId xmlns:p14="http://schemas.microsoft.com/office/powerpoint/2010/main" val="11605880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22</a:t>
            </a:fld>
            <a:endParaRPr lang="en-US" dirty="0"/>
          </a:p>
        </p:txBody>
      </p:sp>
      <p:sp>
        <p:nvSpPr>
          <p:cNvPr id="5" name="TextBox 4">
            <a:extLst>
              <a:ext uri="{FF2B5EF4-FFF2-40B4-BE49-F238E27FC236}">
                <a16:creationId xmlns:a16="http://schemas.microsoft.com/office/drawing/2014/main" id="{FCDB79FF-8D55-1490-14E9-A150D65ACA00}"/>
              </a:ext>
            </a:extLst>
          </p:cNvPr>
          <p:cNvSpPr txBox="1"/>
          <p:nvPr/>
        </p:nvSpPr>
        <p:spPr>
          <a:xfrm>
            <a:off x="501361" y="1232844"/>
            <a:ext cx="6094268" cy="523220"/>
          </a:xfrm>
          <a:prstGeom prst="rect">
            <a:avLst/>
          </a:prstGeom>
          <a:noFill/>
        </p:spPr>
        <p:txBody>
          <a:bodyPr wrap="square">
            <a:spAutoFit/>
          </a:bodyPr>
          <a:lstStyle/>
          <a:p>
            <a:r>
              <a:rPr lang="en-IN" sz="2800" dirty="0"/>
              <a:t>Lab Layout - Self-Hosted (VirtualBox) </a:t>
            </a:r>
          </a:p>
        </p:txBody>
      </p:sp>
      <p:sp>
        <p:nvSpPr>
          <p:cNvPr id="4" name="TextBox 3">
            <a:extLst>
              <a:ext uri="{FF2B5EF4-FFF2-40B4-BE49-F238E27FC236}">
                <a16:creationId xmlns:a16="http://schemas.microsoft.com/office/drawing/2014/main" id="{67718387-25A1-B157-844E-DA89ED502F4B}"/>
              </a:ext>
            </a:extLst>
          </p:cNvPr>
          <p:cNvSpPr txBox="1"/>
          <p:nvPr/>
        </p:nvSpPr>
        <p:spPr>
          <a:xfrm>
            <a:off x="416719" y="1756064"/>
            <a:ext cx="9404614" cy="400110"/>
          </a:xfrm>
          <a:prstGeom prst="rect">
            <a:avLst/>
          </a:prstGeom>
          <a:noFill/>
        </p:spPr>
        <p:txBody>
          <a:bodyPr wrap="square" rtlCol="0">
            <a:spAutoFit/>
          </a:bodyPr>
          <a:lstStyle/>
          <a:p>
            <a:r>
              <a:rPr lang="en-IN" sz="2000" dirty="0"/>
              <a:t>STEPS TO CONFIGURE VIRTUALBOX NETWORK SETTINGS </a:t>
            </a:r>
          </a:p>
        </p:txBody>
      </p:sp>
      <p:sp>
        <p:nvSpPr>
          <p:cNvPr id="26" name="TextBox 25">
            <a:extLst>
              <a:ext uri="{FF2B5EF4-FFF2-40B4-BE49-F238E27FC236}">
                <a16:creationId xmlns:a16="http://schemas.microsoft.com/office/drawing/2014/main" id="{8A372C95-8399-49B0-B10C-7C408EE7CFED}"/>
              </a:ext>
            </a:extLst>
          </p:cNvPr>
          <p:cNvSpPr txBox="1"/>
          <p:nvPr/>
        </p:nvSpPr>
        <p:spPr>
          <a:xfrm>
            <a:off x="416719" y="2094618"/>
            <a:ext cx="6096000" cy="369332"/>
          </a:xfrm>
          <a:prstGeom prst="rect">
            <a:avLst/>
          </a:prstGeom>
          <a:noFill/>
        </p:spPr>
        <p:txBody>
          <a:bodyPr wrap="square">
            <a:spAutoFit/>
          </a:bodyPr>
          <a:lstStyle/>
          <a:p>
            <a:r>
              <a:rPr lang="en-IN" dirty="0"/>
              <a:t>Open Windows Defender Firewall</a:t>
            </a:r>
          </a:p>
        </p:txBody>
      </p:sp>
      <p:pic>
        <p:nvPicPr>
          <p:cNvPr id="9" name="Picture 8">
            <a:extLst>
              <a:ext uri="{FF2B5EF4-FFF2-40B4-BE49-F238E27FC236}">
                <a16:creationId xmlns:a16="http://schemas.microsoft.com/office/drawing/2014/main" id="{7F44473A-50FB-5996-4C84-0A416F8D4904}"/>
              </a:ext>
            </a:extLst>
          </p:cNvPr>
          <p:cNvPicPr>
            <a:picLocks noChangeAspect="1"/>
          </p:cNvPicPr>
          <p:nvPr/>
        </p:nvPicPr>
        <p:blipFill>
          <a:blip r:embed="rId2"/>
          <a:stretch>
            <a:fillRect/>
          </a:stretch>
        </p:blipFill>
        <p:spPr>
          <a:xfrm>
            <a:off x="416719" y="2445684"/>
            <a:ext cx="5721639" cy="1330029"/>
          </a:xfrm>
          <a:prstGeom prst="rect">
            <a:avLst/>
          </a:prstGeom>
        </p:spPr>
      </p:pic>
      <p:sp>
        <p:nvSpPr>
          <p:cNvPr id="11" name="TextBox 10">
            <a:extLst>
              <a:ext uri="{FF2B5EF4-FFF2-40B4-BE49-F238E27FC236}">
                <a16:creationId xmlns:a16="http://schemas.microsoft.com/office/drawing/2014/main" id="{BBE48D7F-43BF-4F90-511A-111064B54A30}"/>
              </a:ext>
            </a:extLst>
          </p:cNvPr>
          <p:cNvSpPr txBox="1"/>
          <p:nvPr/>
        </p:nvSpPr>
        <p:spPr>
          <a:xfrm>
            <a:off x="448536" y="3714618"/>
            <a:ext cx="6096000" cy="369332"/>
          </a:xfrm>
          <a:prstGeom prst="rect">
            <a:avLst/>
          </a:prstGeom>
          <a:noFill/>
        </p:spPr>
        <p:txBody>
          <a:bodyPr wrap="square">
            <a:spAutoFit/>
          </a:bodyPr>
          <a:lstStyle/>
          <a:p>
            <a:r>
              <a:rPr lang="en-US" dirty="0"/>
              <a:t>Click "Inbound Rules" -&gt; "New Rule..." </a:t>
            </a:r>
            <a:endParaRPr lang="en-IN" dirty="0"/>
          </a:p>
        </p:txBody>
      </p:sp>
      <p:sp>
        <p:nvSpPr>
          <p:cNvPr id="14" name="TextBox 13">
            <a:extLst>
              <a:ext uri="{FF2B5EF4-FFF2-40B4-BE49-F238E27FC236}">
                <a16:creationId xmlns:a16="http://schemas.microsoft.com/office/drawing/2014/main" id="{0326D4AC-CE1F-9A04-B67B-DC74B76EFB7C}"/>
              </a:ext>
            </a:extLst>
          </p:cNvPr>
          <p:cNvSpPr txBox="1"/>
          <p:nvPr/>
        </p:nvSpPr>
        <p:spPr>
          <a:xfrm>
            <a:off x="448536" y="4052712"/>
            <a:ext cx="8331200" cy="369332"/>
          </a:xfrm>
          <a:prstGeom prst="rect">
            <a:avLst/>
          </a:prstGeom>
          <a:noFill/>
        </p:spPr>
        <p:txBody>
          <a:bodyPr wrap="square">
            <a:spAutoFit/>
          </a:bodyPr>
          <a:lstStyle/>
          <a:p>
            <a:r>
              <a:rPr lang="en-US" dirty="0"/>
              <a:t>Choose Custom -&gt; Next, All Programs -&gt; Next, Leave default Protocol and Ports -&gt; Next </a:t>
            </a:r>
            <a:endParaRPr lang="en-IN" dirty="0"/>
          </a:p>
        </p:txBody>
      </p:sp>
      <p:pic>
        <p:nvPicPr>
          <p:cNvPr id="16" name="Picture 15">
            <a:extLst>
              <a:ext uri="{FF2B5EF4-FFF2-40B4-BE49-F238E27FC236}">
                <a16:creationId xmlns:a16="http://schemas.microsoft.com/office/drawing/2014/main" id="{C45AE66C-8D2E-4B04-A332-1782BAD79241}"/>
              </a:ext>
            </a:extLst>
          </p:cNvPr>
          <p:cNvPicPr>
            <a:picLocks noChangeAspect="1"/>
          </p:cNvPicPr>
          <p:nvPr/>
        </p:nvPicPr>
        <p:blipFill>
          <a:blip r:embed="rId3"/>
          <a:stretch>
            <a:fillRect/>
          </a:stretch>
        </p:blipFill>
        <p:spPr>
          <a:xfrm>
            <a:off x="501361" y="4502352"/>
            <a:ext cx="3800475" cy="1466850"/>
          </a:xfrm>
          <a:prstGeom prst="rect">
            <a:avLst/>
          </a:prstGeom>
        </p:spPr>
      </p:pic>
      <p:sp>
        <p:nvSpPr>
          <p:cNvPr id="19" name="TextBox 18">
            <a:extLst>
              <a:ext uri="{FF2B5EF4-FFF2-40B4-BE49-F238E27FC236}">
                <a16:creationId xmlns:a16="http://schemas.microsoft.com/office/drawing/2014/main" id="{45562012-986E-C31C-7CFC-8D7380B7814D}"/>
              </a:ext>
            </a:extLst>
          </p:cNvPr>
          <p:cNvSpPr txBox="1"/>
          <p:nvPr/>
        </p:nvSpPr>
        <p:spPr>
          <a:xfrm>
            <a:off x="416719" y="5969202"/>
            <a:ext cx="8837372" cy="646331"/>
          </a:xfrm>
          <a:prstGeom prst="rect">
            <a:avLst/>
          </a:prstGeom>
          <a:noFill/>
        </p:spPr>
        <p:txBody>
          <a:bodyPr wrap="square">
            <a:spAutoFit/>
          </a:bodyPr>
          <a:lstStyle/>
          <a:p>
            <a:r>
              <a:rPr lang="en-US" dirty="0"/>
              <a:t>Under the remote IP addresses, choose "Add", enter the </a:t>
            </a:r>
            <a:r>
              <a:rPr lang="en-US" dirty="0" err="1"/>
              <a:t>Remnux</a:t>
            </a:r>
            <a:r>
              <a:rPr lang="en-US" dirty="0"/>
              <a:t> IP address (10.0.0.4). Choose "Allow the connection", leave default for Profile, Name the rule -&gt; Finish. </a:t>
            </a:r>
            <a:endParaRPr lang="en-IN" dirty="0"/>
          </a:p>
        </p:txBody>
      </p:sp>
    </p:spTree>
    <p:extLst>
      <p:ext uri="{BB962C8B-B14F-4D97-AF65-F5344CB8AC3E}">
        <p14:creationId xmlns:p14="http://schemas.microsoft.com/office/powerpoint/2010/main" val="8866796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2F3C-290F-82F9-96D2-47E9257968D5}"/>
              </a:ext>
            </a:extLst>
          </p:cNvPr>
          <p:cNvSpPr>
            <a:spLocks noGrp="1"/>
          </p:cNvSpPr>
          <p:nvPr>
            <p:ph type="title"/>
          </p:nvPr>
        </p:nvSpPr>
        <p:spPr>
          <a:xfrm>
            <a:off x="594519" y="136525"/>
            <a:ext cx="11002962" cy="1619539"/>
          </a:xfrm>
        </p:spPr>
        <p:txBody>
          <a:bodyPr/>
          <a:lstStyle/>
          <a:p>
            <a:r>
              <a:rPr lang="en-IN" sz="3600" dirty="0"/>
              <a:t>Lab experiment – 4</a:t>
            </a:r>
            <a:br>
              <a:rPr lang="en-IN" sz="3600" dirty="0"/>
            </a:br>
            <a:r>
              <a:rPr lang="en-US" sz="2400" dirty="0"/>
              <a:t>Create a Sandbox (Self Hosted </a:t>
            </a:r>
            <a:r>
              <a:rPr lang="en-US" sz="2400" dirty="0" err="1"/>
              <a:t>Virtualbox</a:t>
            </a:r>
            <a:r>
              <a:rPr lang="en-US" sz="2400" dirty="0"/>
              <a:t>) to Run Malware in Control Environment</a:t>
            </a:r>
            <a:br>
              <a:rPr lang="en-US" sz="2400" dirty="0"/>
            </a:br>
            <a:endParaRPr lang="en-IN" sz="2400" dirty="0"/>
          </a:p>
        </p:txBody>
      </p:sp>
      <p:sp>
        <p:nvSpPr>
          <p:cNvPr id="3" name="Slide Number Placeholder 2">
            <a:extLst>
              <a:ext uri="{FF2B5EF4-FFF2-40B4-BE49-F238E27FC236}">
                <a16:creationId xmlns:a16="http://schemas.microsoft.com/office/drawing/2014/main" id="{4414950F-1682-714B-A948-AD3BE58ED4F0}"/>
              </a:ext>
            </a:extLst>
          </p:cNvPr>
          <p:cNvSpPr>
            <a:spLocks noGrp="1"/>
          </p:cNvSpPr>
          <p:nvPr>
            <p:ph type="sldNum" sz="quarter" idx="11"/>
          </p:nvPr>
        </p:nvSpPr>
        <p:spPr/>
        <p:txBody>
          <a:bodyPr/>
          <a:lstStyle/>
          <a:p>
            <a:fld id="{8C2E478F-E849-4A8C-AF1F-CBCC78A7CBFA}" type="slidenum">
              <a:rPr lang="en-US" smtClean="0"/>
              <a:t>23</a:t>
            </a:fld>
            <a:endParaRPr lang="en-US" dirty="0"/>
          </a:p>
        </p:txBody>
      </p:sp>
      <p:sp>
        <p:nvSpPr>
          <p:cNvPr id="5" name="TextBox 4">
            <a:extLst>
              <a:ext uri="{FF2B5EF4-FFF2-40B4-BE49-F238E27FC236}">
                <a16:creationId xmlns:a16="http://schemas.microsoft.com/office/drawing/2014/main" id="{FCDB79FF-8D55-1490-14E9-A150D65ACA00}"/>
              </a:ext>
            </a:extLst>
          </p:cNvPr>
          <p:cNvSpPr txBox="1"/>
          <p:nvPr/>
        </p:nvSpPr>
        <p:spPr>
          <a:xfrm>
            <a:off x="2008427" y="1494454"/>
            <a:ext cx="9125239" cy="523220"/>
          </a:xfrm>
          <a:prstGeom prst="rect">
            <a:avLst/>
          </a:prstGeom>
          <a:noFill/>
        </p:spPr>
        <p:txBody>
          <a:bodyPr wrap="square">
            <a:spAutoFit/>
          </a:bodyPr>
          <a:lstStyle/>
          <a:p>
            <a:r>
              <a:rPr lang="en-IN" sz="2800" dirty="0"/>
              <a:t>RESULTS AFTER ANALYSING MALWARE SUCCESSFULLY </a:t>
            </a:r>
          </a:p>
        </p:txBody>
      </p:sp>
      <p:pic>
        <p:nvPicPr>
          <p:cNvPr id="20" name="Picture 19">
            <a:extLst>
              <a:ext uri="{FF2B5EF4-FFF2-40B4-BE49-F238E27FC236}">
                <a16:creationId xmlns:a16="http://schemas.microsoft.com/office/drawing/2014/main" id="{14FAF9EF-ACEE-2AC3-0000-A4207BD45D6B}"/>
              </a:ext>
            </a:extLst>
          </p:cNvPr>
          <p:cNvPicPr>
            <a:picLocks noChangeAspect="1"/>
          </p:cNvPicPr>
          <p:nvPr/>
        </p:nvPicPr>
        <p:blipFill>
          <a:blip r:embed="rId2"/>
          <a:stretch>
            <a:fillRect/>
          </a:stretch>
        </p:blipFill>
        <p:spPr>
          <a:xfrm>
            <a:off x="381000" y="2226733"/>
            <a:ext cx="3429000" cy="2571750"/>
          </a:xfrm>
          <a:prstGeom prst="rect">
            <a:avLst/>
          </a:prstGeom>
        </p:spPr>
      </p:pic>
      <p:pic>
        <p:nvPicPr>
          <p:cNvPr id="22" name="Picture 21">
            <a:extLst>
              <a:ext uri="{FF2B5EF4-FFF2-40B4-BE49-F238E27FC236}">
                <a16:creationId xmlns:a16="http://schemas.microsoft.com/office/drawing/2014/main" id="{B247D579-5291-2A80-D2FB-AA9E5BCFDA33}"/>
              </a:ext>
            </a:extLst>
          </p:cNvPr>
          <p:cNvPicPr>
            <a:picLocks noChangeAspect="1"/>
          </p:cNvPicPr>
          <p:nvPr/>
        </p:nvPicPr>
        <p:blipFill>
          <a:blip r:embed="rId3"/>
          <a:stretch>
            <a:fillRect/>
          </a:stretch>
        </p:blipFill>
        <p:spPr>
          <a:xfrm>
            <a:off x="4233332" y="2226733"/>
            <a:ext cx="3429000" cy="2571750"/>
          </a:xfrm>
          <a:prstGeom prst="rect">
            <a:avLst/>
          </a:prstGeom>
        </p:spPr>
      </p:pic>
      <p:pic>
        <p:nvPicPr>
          <p:cNvPr id="27" name="Picture 26">
            <a:extLst>
              <a:ext uri="{FF2B5EF4-FFF2-40B4-BE49-F238E27FC236}">
                <a16:creationId xmlns:a16="http://schemas.microsoft.com/office/drawing/2014/main" id="{8B00C27D-6062-147D-138B-105E3B26000F}"/>
              </a:ext>
            </a:extLst>
          </p:cNvPr>
          <p:cNvPicPr>
            <a:picLocks noChangeAspect="1"/>
          </p:cNvPicPr>
          <p:nvPr/>
        </p:nvPicPr>
        <p:blipFill>
          <a:blip r:embed="rId4"/>
          <a:stretch>
            <a:fillRect/>
          </a:stretch>
        </p:blipFill>
        <p:spPr>
          <a:xfrm>
            <a:off x="7975601" y="2216062"/>
            <a:ext cx="3429001" cy="2571751"/>
          </a:xfrm>
          <a:prstGeom prst="rect">
            <a:avLst/>
          </a:prstGeom>
        </p:spPr>
      </p:pic>
    </p:spTree>
    <p:extLst>
      <p:ext uri="{BB962C8B-B14F-4D97-AF65-F5344CB8AC3E}">
        <p14:creationId xmlns:p14="http://schemas.microsoft.com/office/powerpoint/2010/main" val="11738940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F7706BE-EF2E-459C-8778-01DDD354C634}"/>
              </a:ext>
            </a:extLst>
          </p:cNvPr>
          <p:cNvSpPr>
            <a:spLocks noGrp="1"/>
          </p:cNvSpPr>
          <p:nvPr>
            <p:ph type="title"/>
          </p:nvPr>
        </p:nvSpPr>
        <p:spPr>
          <a:xfrm>
            <a:off x="351128" y="2340672"/>
            <a:ext cx="11015612" cy="1499321"/>
          </a:xfrm>
        </p:spPr>
        <p:txBody>
          <a:bodyPr>
            <a:normAutofit/>
          </a:bodyPr>
          <a:lstStyle/>
          <a:p>
            <a:r>
              <a:rPr lang="en-US" dirty="0"/>
              <a:t>THANK YOU</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Custom">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6" id="{F29F8A39-B164-48DE-8679-C1E0FA712C55}" vid="{1418A303-323D-4295-BD7D-74988211747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A6116A8-BE46-4D3A-804C-09C6ADBA2EDF}">
  <ds:schemaRefs>
    <ds:schemaRef ds:uri="http://schemas.microsoft.com/sharepoint/v3/contenttype/forms"/>
  </ds:schemaRefs>
</ds:datastoreItem>
</file>

<file path=customXml/itemProps2.xml><?xml version="1.0" encoding="utf-8"?>
<ds:datastoreItem xmlns:ds="http://schemas.openxmlformats.org/officeDocument/2006/customXml" ds:itemID="{D074DCF7-C5F7-4553-B05A-90B884BF244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CDF8656-0242-4B63-8FCA-04D06A7F29A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Tech presentation</Template>
  <TotalTime>675</TotalTime>
  <Words>2822</Words>
  <Application>Microsoft Office PowerPoint</Application>
  <PresentationFormat>Widescreen</PresentationFormat>
  <Paragraphs>248</Paragraphs>
  <Slides>24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Figtree</vt:lpstr>
      <vt:lpstr>Wingdings</vt:lpstr>
      <vt:lpstr>Custom</vt:lpstr>
      <vt:lpstr>Application and websecurity</vt:lpstr>
      <vt:lpstr>Lab experiment – 4 Create a Sandbox (Self Hosted Virtualbox) to Run Malware in Control Environment </vt:lpstr>
      <vt:lpstr>Lab experiment – 4 Create a Sandbox (Self Hosted Virtualbox) to Run Malware in Control Environment </vt:lpstr>
      <vt:lpstr>Lab experiment – 4 Create a Sandbox (Self Hosted Virtualbox) to Run Malware in Control Environment </vt:lpstr>
      <vt:lpstr>Lab experiment – 4 Create a Sandbox (Self Hosted Virtualbox) to Run Malware in Control Environment </vt:lpstr>
      <vt:lpstr>Lab experiment – 4 Create a Sandbox (Self Hosted Virtualbox) to Run Malware in Control Environment </vt:lpstr>
      <vt:lpstr>Lab experiment – 4 Create a Sandbox (Self Hosted Virtualbox) to Run Malware in Control Environment </vt:lpstr>
      <vt:lpstr>Lab experiment – 4 Create a Sandbox (Self Hosted Virtualbox) to Run Malware in Control Environment </vt:lpstr>
      <vt:lpstr>Lab experiment – 4 Create a Sandbox (Self Hosted Virtualbox) to Run Malware in Control Environment </vt:lpstr>
      <vt:lpstr>Lab experiment – 4 Create a Sandbox (Self Hosted Virtualbox) to Run Malware in Control Environment </vt:lpstr>
      <vt:lpstr>Lab experiment – 4 Create a Sandbox (Self Hosted Virtualbox) to Run Malware in Control Environment </vt:lpstr>
      <vt:lpstr>Lab experiment – 4 Create a Sandbox (Self Hosted Virtualbox) to Run Malware in Control Environment </vt:lpstr>
      <vt:lpstr>Lab experiment – 4 Create a Sandbox (Self Hosted Virtualbox) to Run Malware in Control Environment </vt:lpstr>
      <vt:lpstr>Lab experiment – 4 Create a Sandbox (Self Hosted Virtualbox) to Run Malware in Control Environment </vt:lpstr>
      <vt:lpstr>Lab experiment – 4 Create a Sandbox (Self Hosted Virtualbox) to Run Malware in Control Environment </vt:lpstr>
      <vt:lpstr>Lab experiment – 4 Create a Sandbox (Self Hosted Virtualbox) to Run Malware in Control Environment </vt:lpstr>
      <vt:lpstr>Lab experiment – 4 Create a Sandbox (Self Hosted Virtualbox) to Run Malware in Control Environment </vt:lpstr>
      <vt:lpstr>Lab experiment – 4 Create a Sandbox (Self Hosted Virtualbox) to Run Malware in Control Environment </vt:lpstr>
      <vt:lpstr>Lab experiment – 4 Create a Sandbox (Self Hosted Virtualbox) to Run Malware in Control Environment </vt:lpstr>
      <vt:lpstr>Lab experiment – 4 Create a Sandbox (Self Hosted Virtualbox) to Run Malware in Control Environment </vt:lpstr>
      <vt:lpstr>Lab experiment – 4 Create a Sandbox (Self Hosted Virtualbox) to Run Malware in Control Environment </vt:lpstr>
      <vt:lpstr>Lab experiment – 4 Create a Sandbox (Self Hosted Virtualbox) to Run Malware in Control Environment </vt:lpstr>
      <vt:lpstr>Lab experiment – 4 Create a Sandbox (Self Hosted Virtualbox) to Run Malware in Control Environment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and websecurity</dc:title>
  <dc:creator>ayush saxena</dc:creator>
  <cp:lastModifiedBy>ayush saxena</cp:lastModifiedBy>
  <cp:revision>1</cp:revision>
  <dcterms:created xsi:type="dcterms:W3CDTF">2023-10-22T12:07:07Z</dcterms:created>
  <dcterms:modified xsi:type="dcterms:W3CDTF">2023-11-12T17:21:00Z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