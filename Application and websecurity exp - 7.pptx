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448" r:id="rId5"/>
    <p:sldId id="2449" r:id="rId6"/>
    <p:sldId id="2450" r:id="rId7"/>
    <p:sldId id="2451" r:id="rId8"/>
    <p:sldId id="2452" r:id="rId9"/>
    <p:sldId id="2453" r:id="rId10"/>
    <p:sldId id="2454" r:id="rId11"/>
    <p:sldId id="2455" r:id="rId12"/>
    <p:sldId id="2456" r:id="rId13"/>
    <p:sldId id="2457" r:id="rId14"/>
    <p:sldId id="2458" r:id="rId15"/>
    <p:sldId id="2459" r:id="rId16"/>
    <p:sldId id="2460" r:id="rId17"/>
    <p:sldId id="243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93D81CF-94F2-401A-BA57-92F5A7B2D0C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5033" autoAdjust="0"/>
  </p:normalViewPr>
  <p:slideViewPr>
    <p:cSldViewPr snapToGrid="0">
      <p:cViewPr varScale="1">
        <p:scale>
          <a:sx n="113" d="100"/>
          <a:sy n="113" d="100"/>
        </p:scale>
        <p:origin x="456" y="114"/>
      </p:cViewPr>
      <p:guideLst>
        <p:guide orient="horz" pos="1992"/>
        <p:guide pos="3840"/>
        <p:guide orient="horz" pos="1416"/>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 saxena" userId="ab50433135f6956e" providerId="LiveId" clId="{5EDF5ED6-F072-4878-950C-2B71DD6E9913}"/>
    <pc:docChg chg="modSld">
      <pc:chgData name="ayush saxena" userId="ab50433135f6956e" providerId="LiveId" clId="{5EDF5ED6-F072-4878-950C-2B71DD6E9913}" dt="2023-11-12T18:16:01.666" v="1" actId="1076"/>
      <pc:docMkLst>
        <pc:docMk/>
      </pc:docMkLst>
      <pc:sldChg chg="modSp mod">
        <pc:chgData name="ayush saxena" userId="ab50433135f6956e" providerId="LiveId" clId="{5EDF5ED6-F072-4878-950C-2B71DD6E9913}" dt="2023-11-12T18:16:01.666" v="1" actId="1076"/>
        <pc:sldMkLst>
          <pc:docMk/>
          <pc:sldMk cId="1819846837" sldId="2460"/>
        </pc:sldMkLst>
        <pc:spChg chg="mod">
          <ac:chgData name="ayush saxena" userId="ab50433135f6956e" providerId="LiveId" clId="{5EDF5ED6-F072-4878-950C-2B71DD6E9913}" dt="2023-11-12T18:16:01.666" v="1" actId="1076"/>
          <ac:spMkLst>
            <pc:docMk/>
            <pc:sldMk cId="1819846837" sldId="2460"/>
            <ac:spMk id="6" creationId="{BDDB145C-D513-086A-5CBB-4D61688A438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11/13/2023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11/13/2023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8B34ED-4CDD-41C9-90F7-D768D5559A6F}" type="slidenum">
              <a:rPr lang="en-US" smtClean="0"/>
              <a:t>14</a:t>
            </a:fld>
            <a:endParaRPr lang="en-US" dirty="0"/>
          </a:p>
        </p:txBody>
      </p:sp>
    </p:spTree>
    <p:extLst>
      <p:ext uri="{BB962C8B-B14F-4D97-AF65-F5344CB8AC3E}">
        <p14:creationId xmlns:p14="http://schemas.microsoft.com/office/powerpoint/2010/main" val="250021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hasCustomPrompt="1"/>
          </p:nvPr>
        </p:nvSpPr>
        <p:spPr>
          <a:xfrm>
            <a:off x="0" y="0"/>
            <a:ext cx="12192000" cy="6858000"/>
          </a:xfrm>
        </p:spPr>
        <p:txBody>
          <a:bodyPr/>
          <a:lstStyle>
            <a:lvl1pPr marL="0" indent="0" algn="ctr">
              <a:buNone/>
              <a:defRPr/>
            </a:lvl1pPr>
          </a:lstStyle>
          <a:p>
            <a:r>
              <a:rPr lang="en-US" dirty="0"/>
              <a:t>Click to add picture</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1060315"/>
            <a:ext cx="11490325" cy="2218959"/>
          </a:xfrm>
        </p:spPr>
        <p:txBody>
          <a:bodyPr anchor="b" anchorCtr="0">
            <a:noAutofit/>
          </a:bodyPr>
          <a:lstStyle>
            <a:lvl1pPr>
              <a:lnSpc>
                <a:spcPct val="150000"/>
              </a:lnSpc>
              <a:spcBef>
                <a:spcPts val="1000"/>
              </a:spcBef>
              <a:defRPr sz="4000" cap="all" spc="300" baseline="0"/>
            </a:lvl1pPr>
          </a:lstStyle>
          <a:p>
            <a:r>
              <a:rPr lang="en-US" dirty="0"/>
              <a:t>Click to add title</a:t>
            </a:r>
          </a:p>
        </p:txBody>
      </p:sp>
      <p:sp>
        <p:nvSpPr>
          <p:cNvPr id="5" name="Text Placeholder 4">
            <a:extLst>
              <a:ext uri="{FF2B5EF4-FFF2-40B4-BE49-F238E27FC236}">
                <a16:creationId xmlns:a16="http://schemas.microsoft.com/office/drawing/2014/main" id="{8CE4A8DD-9B42-2F05-285B-2BC137F74943}"/>
              </a:ext>
            </a:extLst>
          </p:cNvPr>
          <p:cNvSpPr>
            <a:spLocks noGrp="1"/>
          </p:cNvSpPr>
          <p:nvPr>
            <p:ph type="body" sz="quarter" idx="13" hasCustomPrompt="1"/>
          </p:nvPr>
        </p:nvSpPr>
        <p:spPr>
          <a:xfrm>
            <a:off x="3512344" y="3700222"/>
            <a:ext cx="5167313" cy="603250"/>
          </a:xfrm>
          <a:gradFill>
            <a:gsLst>
              <a:gs pos="0">
                <a:schemeClr val="accent5"/>
              </a:gs>
              <a:gs pos="45000">
                <a:schemeClr val="accent1"/>
              </a:gs>
              <a:gs pos="100000">
                <a:schemeClr val="accent2"/>
              </a:gs>
            </a:gsLst>
            <a:lin ang="10800000" scaled="0"/>
          </a:gradFill>
        </p:spPr>
        <p:txBody>
          <a:bodyPr anchor="ctr" anchorCtr="0"/>
          <a:lstStyle>
            <a:lvl1pPr marL="0" indent="0" algn="ctr">
              <a:lnSpc>
                <a:spcPct val="100000"/>
              </a:lnSpc>
              <a:spcBef>
                <a:spcPts val="0"/>
              </a:spcBef>
              <a:buNone/>
              <a:defRPr sz="1800" cap="all" spc="300" baseline="0"/>
            </a:lvl1pPr>
          </a:lstStyle>
          <a:p>
            <a:pPr lvl="0"/>
            <a:r>
              <a:rPr lang="en-US" dirty="0"/>
              <a:t>Click to add subtitle</a:t>
            </a:r>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922140"/>
            <a:ext cx="5167313" cy="848311"/>
          </a:xfrm>
        </p:spPr>
        <p:txBody>
          <a:bodyPr>
            <a:normAutofit/>
          </a:bodyPr>
          <a:lstStyle>
            <a:lvl1pPr marL="0" indent="0" algn="ctr">
              <a:buNone/>
              <a:defRPr sz="1800" spc="300">
                <a:solidFill>
                  <a:schemeClr val="tx1"/>
                </a:solidFill>
              </a:defRPr>
            </a:lvl1pPr>
            <a:lvl2pPr marL="457200" indent="0">
              <a:buNone/>
              <a:defRPr/>
            </a:lvl2pPr>
          </a:lstStyle>
          <a:p>
            <a:pPr lvl="0"/>
            <a:r>
              <a:rPr lang="en-US" dirty="0"/>
              <a:t>Click to add text</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20" y="136525"/>
            <a:ext cx="4846320" cy="1692311"/>
          </a:xfrm>
        </p:spPr>
        <p:txBody>
          <a:bodyPr anchor="b" anchorCtr="0">
            <a:noAutofit/>
          </a:bodyPr>
          <a:lstStyle>
            <a:lvl1pPr algn="l">
              <a:lnSpc>
                <a:spcPct val="100000"/>
              </a:lnSpc>
              <a:spcBef>
                <a:spcPts val="1000"/>
              </a:spcBef>
              <a:defRPr sz="3200" baseline="0"/>
            </a:lvl1pPr>
          </a:lstStyle>
          <a:p>
            <a:r>
              <a:rPr lang="en-US" dirty="0"/>
              <a:t>Add title</a:t>
            </a:r>
          </a:p>
        </p:txBody>
      </p:sp>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hasCustomPrompt="1"/>
          </p:nvPr>
        </p:nvSpPr>
        <p:spPr>
          <a:xfrm>
            <a:off x="0" y="0"/>
            <a:ext cx="6096000" cy="6858000"/>
          </a:xfrm>
          <a:prstGeom prst="parallelogram">
            <a:avLst/>
          </a:prstGeom>
          <a:effectLst/>
        </p:spPr>
        <p:txBody>
          <a:bodyPr anchor="t"/>
          <a:lstStyle>
            <a:lvl1pPr marL="0" indent="0" algn="ctr">
              <a:buNone/>
              <a:defRPr/>
            </a:lvl1pPr>
          </a:lstStyle>
          <a:p>
            <a:r>
              <a:rPr lang="en-US" dirty="0"/>
              <a:t>Click to add picture</a:t>
            </a:r>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rmAutofit/>
          </a:bodyPr>
          <a:lstStyle>
            <a:lvl1pPr marL="0" indent="0">
              <a:buNone/>
              <a:defRPr sz="1800" cap="all" spc="300" baseline="0"/>
            </a:lvl1pPr>
          </a:lstStyle>
          <a:p>
            <a:pPr lvl="0"/>
            <a:r>
              <a:rPr lang="en-US" dirty="0"/>
              <a:t>Click to add text</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0E4A3-5566-43FE-A59F-2C4F4FE7F32A}"/>
              </a:ext>
            </a:extLst>
          </p:cNvPr>
          <p:cNvSpPr>
            <a:spLocks noGrp="1"/>
          </p:cNvSpPr>
          <p:nvPr>
            <p:ph type="title" hasCustomPrompt="1"/>
          </p:nvPr>
        </p:nvSpPr>
        <p:spPr>
          <a:xfrm>
            <a:off x="6095999" y="24572"/>
            <a:ext cx="5897217" cy="1471703"/>
          </a:xfrm>
        </p:spPr>
        <p:txBody>
          <a:bodyPr lIns="91440" rIns="91440" anchor="b" anchorCtr="0">
            <a:noAutofit/>
          </a:bodyPr>
          <a:lstStyle>
            <a:lvl1pPr algn="l">
              <a:lnSpc>
                <a:spcPct val="100000"/>
              </a:lnSpc>
              <a:spcBef>
                <a:spcPts val="0"/>
              </a:spcBef>
              <a:defRPr sz="3200">
                <a:solidFill>
                  <a:schemeClr val="tx1"/>
                </a:solidFill>
              </a:defRPr>
            </a:lvl1pPr>
          </a:lstStyle>
          <a:p>
            <a:r>
              <a:rPr lang="en-US" dirty="0"/>
              <a:t>Click to add title</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hasCustomPrompt="1"/>
          </p:nvPr>
        </p:nvSpPr>
        <p:spPr>
          <a:xfrm>
            <a:off x="0" y="0"/>
            <a:ext cx="5416550" cy="6858000"/>
          </a:xfrm>
          <a:effectLst/>
        </p:spPr>
        <p:txBody>
          <a:bodyPr anchor="t"/>
          <a:lstStyle>
            <a:lvl1pPr marL="0" indent="0" algn="ctr">
              <a:buNone/>
              <a:defRPr/>
            </a:lvl1pPr>
          </a:lstStyle>
          <a:p>
            <a:r>
              <a:rPr lang="en-US" dirty="0"/>
              <a:t>Click to add picture</a:t>
            </a:r>
          </a:p>
        </p:txBody>
      </p:sp>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195395"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l">
              <a:lnSpc>
                <a:spcPct val="100000"/>
              </a:lnSpc>
              <a:spcBef>
                <a:spcPts val="0"/>
              </a:spcBef>
              <a:buNone/>
              <a:defRPr lang="en-US" sz="1400" cap="all" spc="300" baseline="0" dirty="0">
                <a:solidFill>
                  <a:schemeClr val="lt1"/>
                </a:solidFill>
              </a:defRPr>
            </a:lvl1pPr>
          </a:lstStyle>
          <a:p>
            <a:pPr lvl="0"/>
            <a:r>
              <a:rPr lang="en-US" dirty="0"/>
              <a:t>Click to add subtitle</a:t>
            </a:r>
          </a:p>
        </p:txBody>
      </p:sp>
      <p:sp>
        <p:nvSpPr>
          <p:cNvPr id="4" name="Text Placeholder 3">
            <a:extLst>
              <a:ext uri="{FF2B5EF4-FFF2-40B4-BE49-F238E27FC236}">
                <a16:creationId xmlns:a16="http://schemas.microsoft.com/office/drawing/2014/main" id="{214E20AE-BE16-CA42-4851-31C48D64A60F}"/>
              </a:ext>
            </a:extLst>
          </p:cNvPr>
          <p:cNvSpPr>
            <a:spLocks noGrp="1"/>
          </p:cNvSpPr>
          <p:nvPr>
            <p:ph type="body" sz="quarter" idx="17" hasCustomPrompt="1"/>
          </p:nvPr>
        </p:nvSpPr>
        <p:spPr>
          <a:xfrm>
            <a:off x="6096000" y="2782674"/>
            <a:ext cx="4122755" cy="2693678"/>
          </a:xfrm>
        </p:spPr>
        <p:txBody>
          <a:bodyPr/>
          <a:lstStyle>
            <a:lvl1pPr marL="0" indent="0">
              <a:lnSpc>
                <a:spcPct val="100000"/>
              </a:lnSpc>
              <a:buNone/>
              <a:defRPr/>
            </a:lvl1pPr>
          </a:lstStyle>
          <a:p>
            <a:pPr lvl="0"/>
            <a:r>
              <a:rPr lang="en-US" dirty="0"/>
              <a:t>Click to add text</a:t>
            </a:r>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1135465"/>
            <a:ext cx="5012987" cy="2788704"/>
          </a:xfrm>
        </p:spPr>
        <p:txBody>
          <a:bodyPr anchor="b"/>
          <a:lstStyle>
            <a:lvl1pPr algn="l">
              <a:defRPr sz="6000" spc="300"/>
            </a:lvl1pPr>
          </a:lstStyle>
          <a:p>
            <a:r>
              <a:rPr lang="en-US" dirty="0"/>
              <a:t>Click to add title</a:t>
            </a:r>
          </a:p>
        </p:txBody>
      </p:sp>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hasCustomPrompt="1"/>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t"/>
          <a:lstStyle>
            <a:lvl1pPr marL="0" indent="0" algn="ctr">
              <a:buNone/>
              <a:defRPr/>
            </a:lvl1pPr>
          </a:lstStyle>
          <a:p>
            <a:r>
              <a:rPr lang="en-US" dirty="0"/>
              <a:t>Click to add picture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012987"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l">
              <a:lnSpc>
                <a:spcPct val="100000"/>
              </a:lnSpc>
              <a:buNone/>
              <a:defRPr sz="1400" cap="all" spc="3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subtitle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hasCustomPrompt="1"/>
          </p:nvPr>
        </p:nvSpPr>
        <p:spPr>
          <a:xfrm>
            <a:off x="594519" y="136525"/>
            <a:ext cx="11002962" cy="1455179"/>
          </a:xfrm>
        </p:spPr>
        <p:txBody>
          <a:bodyPr anchor="b" anchorCtr="0">
            <a:noAutofit/>
          </a:bodyPr>
          <a:lstStyle>
            <a:lvl1pPr>
              <a:defRPr sz="4800" spc="300"/>
            </a:lvl1pPr>
          </a:lstStyle>
          <a:p>
            <a:r>
              <a:rPr lang="en-US" dirty="0"/>
              <a:t>Click to add title</a:t>
            </a:r>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hasCustomPrompt="1"/>
          </p:nvPr>
        </p:nvSpPr>
        <p:spPr>
          <a:xfrm>
            <a:off x="594519" y="136525"/>
            <a:ext cx="11002962" cy="1455179"/>
          </a:xfrm>
        </p:spPr>
        <p:txBody>
          <a:bodyPr anchor="b" anchorCtr="0">
            <a:noAutofit/>
          </a:bodyPr>
          <a:lstStyle>
            <a:lvl1pPr>
              <a:defRPr sz="4800" spc="300"/>
            </a:lvl1pPr>
          </a:lstStyle>
          <a:p>
            <a:r>
              <a:rPr lang="en-US" dirty="0"/>
              <a:t>Click to add title</a:t>
            </a:r>
          </a:p>
        </p:txBody>
      </p:sp>
      <p:sp>
        <p:nvSpPr>
          <p:cNvPr id="6" name="Content Placeholder 5">
            <a:extLst>
              <a:ext uri="{FF2B5EF4-FFF2-40B4-BE49-F238E27FC236}">
                <a16:creationId xmlns:a16="http://schemas.microsoft.com/office/drawing/2014/main" id="{79311A09-391F-D047-3028-E943A9964039}"/>
              </a:ext>
            </a:extLst>
          </p:cNvPr>
          <p:cNvSpPr>
            <a:spLocks noGrp="1"/>
          </p:cNvSpPr>
          <p:nvPr>
            <p:ph sz="quarter" idx="12" hasCustomPrompt="1"/>
          </p:nvPr>
        </p:nvSpPr>
        <p:spPr>
          <a:xfrm>
            <a:off x="593727" y="1591703"/>
            <a:ext cx="11002962" cy="476464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055780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hasCustomPrompt="1"/>
          </p:nvPr>
        </p:nvSpPr>
        <p:spPr>
          <a:xfrm>
            <a:off x="594519" y="136525"/>
            <a:ext cx="11002962" cy="1455179"/>
          </a:xfrm>
        </p:spPr>
        <p:txBody>
          <a:bodyPr anchor="b" anchorCtr="0">
            <a:noAutofit/>
          </a:bodyPr>
          <a:lstStyle>
            <a:lvl1pPr>
              <a:defRPr sz="4800" spc="300"/>
            </a:lvl1pPr>
          </a:lstStyle>
          <a:p>
            <a:r>
              <a:rPr lang="en-US" dirty="0"/>
              <a:t>Click to add title</a:t>
            </a:r>
          </a:p>
        </p:txBody>
      </p:sp>
      <p:sp>
        <p:nvSpPr>
          <p:cNvPr id="6" name="Content Placeholder 5">
            <a:extLst>
              <a:ext uri="{FF2B5EF4-FFF2-40B4-BE49-F238E27FC236}">
                <a16:creationId xmlns:a16="http://schemas.microsoft.com/office/drawing/2014/main" id="{79311A09-391F-D047-3028-E943A9964039}"/>
              </a:ext>
            </a:extLst>
          </p:cNvPr>
          <p:cNvSpPr>
            <a:spLocks noGrp="1"/>
          </p:cNvSpPr>
          <p:nvPr>
            <p:ph sz="quarter" idx="12" hasCustomPrompt="1"/>
          </p:nvPr>
        </p:nvSpPr>
        <p:spPr>
          <a:xfrm>
            <a:off x="594519" y="2205872"/>
            <a:ext cx="11002962" cy="3685881"/>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2273938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hasCustomPrompt="1"/>
          </p:nvPr>
        </p:nvSpPr>
        <p:spPr>
          <a:xfrm>
            <a:off x="0" y="0"/>
            <a:ext cx="12192000" cy="6858000"/>
          </a:xfrm>
        </p:spPr>
        <p:txBody>
          <a:bodyPr anchor="t"/>
          <a:lstStyle>
            <a:lvl1pPr marL="0" indent="0" algn="ctr">
              <a:buNone/>
              <a:defRPr/>
            </a:lvl1pPr>
          </a:lstStyle>
          <a:p>
            <a:r>
              <a:rPr lang="en-US" dirty="0"/>
              <a:t>Click to add picture</a:t>
            </a:r>
          </a:p>
        </p:txBody>
      </p:sp>
      <p:sp>
        <p:nvSpPr>
          <p:cNvPr id="2" name="Title 1">
            <a:extLst>
              <a:ext uri="{FF2B5EF4-FFF2-40B4-BE49-F238E27FC236}">
                <a16:creationId xmlns:a16="http://schemas.microsoft.com/office/drawing/2014/main" id="{4C179BAC-E989-4203-B9B4-66280365481B}"/>
              </a:ext>
            </a:extLst>
          </p:cNvPr>
          <p:cNvSpPr>
            <a:spLocks noGrp="1"/>
          </p:cNvSpPr>
          <p:nvPr>
            <p:ph type="title" hasCustomPrompt="1"/>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lgn="ctr">
              <a:defRPr sz="1400" spc="300" baseline="0">
                <a:latin typeface="+mn-lt"/>
              </a:defRPr>
            </a:lvl1pPr>
          </a:lstStyle>
          <a:p>
            <a:pPr lvl="0"/>
            <a:r>
              <a:rPr lang="en-US" dirty="0"/>
              <a:t>Click to add subtitle</a:t>
            </a:r>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bIns="274320" anchor="b">
            <a:normAutofit/>
          </a:bodyPr>
          <a:lstStyle>
            <a:lvl1pPr marL="0" indent="0" algn="ctr">
              <a:buNone/>
              <a:defRPr sz="3200" cap="all" baseline="0"/>
            </a:lvl1pPr>
          </a:lstStyle>
          <a:p>
            <a:pPr lvl="0"/>
            <a:r>
              <a:rPr lang="en-US" dirty="0"/>
              <a:t>Click to add title</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4"/>
            <a:ext cx="4018722" cy="1781980"/>
          </a:xfrm>
        </p:spPr>
        <p:txBody>
          <a:bodyPr lIns="0" rIns="0" anchor="ctr" anchorCtr="0">
            <a:noAutofit/>
          </a:bodyPr>
          <a:lstStyle>
            <a:lvl1pPr algn="l">
              <a:defRPr sz="3200" spc="300"/>
            </a:lvl1pPr>
          </a:lstStyle>
          <a:p>
            <a:r>
              <a:rPr lang="en-US" dirty="0"/>
              <a:t>add TITLE HERE</a:t>
            </a:r>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hasCustomPrompt="1"/>
          </p:nvPr>
        </p:nvSpPr>
        <p:spPr>
          <a:xfrm>
            <a:off x="736600" y="365125"/>
            <a:ext cx="2997200" cy="1781979"/>
          </a:xfrm>
        </p:spPr>
        <p:txBody>
          <a:bodyPr>
            <a:normAutofit/>
          </a:bodyPr>
          <a:lstStyle>
            <a:lvl1pPr marL="0" indent="0" algn="ctr">
              <a:buNone/>
              <a:defRPr sz="1400"/>
            </a:lvl1pPr>
          </a:lstStyle>
          <a:p>
            <a:r>
              <a:rPr lang="en-US" dirty="0"/>
              <a:t>Click to add picture</a:t>
            </a:r>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hasCustomPrompt="1"/>
          </p:nvPr>
        </p:nvSpPr>
        <p:spPr>
          <a:xfrm>
            <a:off x="4051300" y="365125"/>
            <a:ext cx="2997200" cy="1781979"/>
          </a:xfrm>
        </p:spPr>
        <p:txBody>
          <a:bodyPr>
            <a:normAutofit/>
          </a:bodyPr>
          <a:lstStyle>
            <a:lvl1pPr marL="0" indent="0" algn="ctr">
              <a:buNone/>
              <a:defRPr sz="1400"/>
            </a:lvl1pPr>
          </a:lstStyle>
          <a:p>
            <a:r>
              <a:rPr lang="en-US" dirty="0"/>
              <a:t>Click to add picture</a:t>
            </a:r>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hasCustomPrompt="1"/>
          </p:nvPr>
        </p:nvSpPr>
        <p:spPr>
          <a:xfrm>
            <a:off x="736600" y="2422525"/>
            <a:ext cx="2997200" cy="1781979"/>
          </a:xfrm>
        </p:spPr>
        <p:txBody>
          <a:bodyPr>
            <a:normAutofit/>
          </a:bodyPr>
          <a:lstStyle>
            <a:lvl1pPr marL="0" indent="0" algn="ctr">
              <a:buNone/>
              <a:defRPr sz="1400"/>
            </a:lvl1pPr>
          </a:lstStyle>
          <a:p>
            <a:r>
              <a:rPr lang="en-US" dirty="0"/>
              <a:t>Click to add picture</a:t>
            </a:r>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hasCustomPrompt="1"/>
          </p:nvPr>
        </p:nvSpPr>
        <p:spPr>
          <a:xfrm>
            <a:off x="4051300" y="2422525"/>
            <a:ext cx="2997200" cy="1781979"/>
          </a:xfrm>
        </p:spPr>
        <p:txBody>
          <a:bodyPr>
            <a:normAutofit/>
          </a:bodyPr>
          <a:lstStyle>
            <a:lvl1pPr marL="0" indent="0" algn="ctr">
              <a:buNone/>
              <a:defRPr sz="1400"/>
            </a:lvl1pPr>
          </a:lstStyle>
          <a:p>
            <a:r>
              <a:rPr lang="en-US" dirty="0"/>
              <a:t>Click to add picture</a:t>
            </a:r>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hasCustomPrompt="1"/>
          </p:nvPr>
        </p:nvSpPr>
        <p:spPr>
          <a:xfrm>
            <a:off x="736600" y="4479925"/>
            <a:ext cx="2997200" cy="1781979"/>
          </a:xfrm>
        </p:spPr>
        <p:txBody>
          <a:bodyPr>
            <a:normAutofit/>
          </a:bodyPr>
          <a:lstStyle>
            <a:lvl1pPr marL="0" indent="0" algn="ctr">
              <a:buNone/>
              <a:defRPr sz="1400"/>
            </a:lvl1pPr>
          </a:lstStyle>
          <a:p>
            <a:r>
              <a:rPr lang="en-US" dirty="0"/>
              <a:t>Click to add picture</a:t>
            </a:r>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hasCustomPrompt="1"/>
          </p:nvPr>
        </p:nvSpPr>
        <p:spPr>
          <a:xfrm>
            <a:off x="4051300" y="4479925"/>
            <a:ext cx="2997200" cy="1781979"/>
          </a:xfrm>
        </p:spPr>
        <p:txBody>
          <a:bodyPr>
            <a:normAutofit/>
          </a:bodyPr>
          <a:lstStyle>
            <a:lvl1pPr marL="0" indent="0" algn="ctr">
              <a:buNone/>
              <a:defRPr sz="1400"/>
            </a:lvl1pPr>
          </a:lstStyle>
          <a:p>
            <a:r>
              <a:rPr lang="en-US" dirty="0"/>
              <a:t>Click to add picture</a:t>
            </a:r>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Text Placeholder 6">
            <a:extLst>
              <a:ext uri="{FF2B5EF4-FFF2-40B4-BE49-F238E27FC236}">
                <a16:creationId xmlns:a16="http://schemas.microsoft.com/office/drawing/2014/main" id="{BD281DF4-BD72-3F1E-8B04-6205D7C5C8DF}"/>
              </a:ext>
            </a:extLst>
          </p:cNvPr>
          <p:cNvSpPr>
            <a:spLocks noGrp="1"/>
          </p:cNvSpPr>
          <p:nvPr>
            <p:ph type="body" sz="quarter" idx="20" hasCustomPrompt="1"/>
          </p:nvPr>
        </p:nvSpPr>
        <p:spPr>
          <a:xfrm>
            <a:off x="7792278" y="2422525"/>
            <a:ext cx="1813685" cy="718013"/>
          </a:xfrm>
        </p:spPr>
        <p:txBody>
          <a:bodyPr lIns="0" anchor="b">
            <a:normAutofit/>
          </a:bodyPr>
          <a:lstStyle>
            <a:lvl1pPr marL="0" indent="0">
              <a:lnSpc>
                <a:spcPct val="100000"/>
              </a:lnSpc>
              <a:spcBef>
                <a:spcPts val="0"/>
              </a:spcBef>
              <a:buNone/>
              <a:defRPr sz="18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8" name="Text Placeholder 6">
            <a:extLst>
              <a:ext uri="{FF2B5EF4-FFF2-40B4-BE49-F238E27FC236}">
                <a16:creationId xmlns:a16="http://schemas.microsoft.com/office/drawing/2014/main" id="{4FA84CC6-BD0B-002A-5FFA-708B69C4C200}"/>
              </a:ext>
            </a:extLst>
          </p:cNvPr>
          <p:cNvSpPr>
            <a:spLocks noGrp="1"/>
          </p:cNvSpPr>
          <p:nvPr>
            <p:ph type="body" sz="quarter" idx="21" hasCustomPrompt="1"/>
          </p:nvPr>
        </p:nvSpPr>
        <p:spPr>
          <a:xfrm>
            <a:off x="7792278" y="3161514"/>
            <a:ext cx="1813685" cy="365125"/>
          </a:xfrm>
        </p:spPr>
        <p:txBody>
          <a:bodyPr lIns="0" tIns="0">
            <a:normAutofit/>
          </a:bodyPr>
          <a:lstStyle>
            <a:lvl1pPr marL="0" indent="0">
              <a:lnSpc>
                <a:spcPct val="100000"/>
              </a:lnSpc>
              <a:spcBef>
                <a:spcPts val="0"/>
              </a:spcBef>
              <a:buNone/>
              <a:defRPr sz="15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4" name="Text Placeholder 6">
            <a:extLst>
              <a:ext uri="{FF2B5EF4-FFF2-40B4-BE49-F238E27FC236}">
                <a16:creationId xmlns:a16="http://schemas.microsoft.com/office/drawing/2014/main" id="{CDF5AB02-45DE-2A85-A817-6FA37AD98169}"/>
              </a:ext>
            </a:extLst>
          </p:cNvPr>
          <p:cNvSpPr>
            <a:spLocks noGrp="1"/>
          </p:cNvSpPr>
          <p:nvPr>
            <p:ph type="body" sz="quarter" idx="22" hasCustomPrompt="1"/>
          </p:nvPr>
        </p:nvSpPr>
        <p:spPr>
          <a:xfrm>
            <a:off x="9997315" y="2429338"/>
            <a:ext cx="1813685" cy="718013"/>
          </a:xfrm>
        </p:spPr>
        <p:txBody>
          <a:bodyPr lIns="0" anchor="b">
            <a:normAutofit/>
          </a:bodyPr>
          <a:lstStyle>
            <a:lvl1pPr marL="0" indent="0">
              <a:lnSpc>
                <a:spcPct val="100000"/>
              </a:lnSpc>
              <a:spcBef>
                <a:spcPts val="0"/>
              </a:spcBef>
              <a:buNone/>
              <a:defRPr sz="18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5" name="Text Placeholder 6">
            <a:extLst>
              <a:ext uri="{FF2B5EF4-FFF2-40B4-BE49-F238E27FC236}">
                <a16:creationId xmlns:a16="http://schemas.microsoft.com/office/drawing/2014/main" id="{94138391-4411-4BD0-D8AD-D001BF46DCA3}"/>
              </a:ext>
            </a:extLst>
          </p:cNvPr>
          <p:cNvSpPr>
            <a:spLocks noGrp="1"/>
          </p:cNvSpPr>
          <p:nvPr>
            <p:ph type="body" sz="quarter" idx="23" hasCustomPrompt="1"/>
          </p:nvPr>
        </p:nvSpPr>
        <p:spPr>
          <a:xfrm>
            <a:off x="9997315" y="3158271"/>
            <a:ext cx="1813685" cy="365125"/>
          </a:xfrm>
        </p:spPr>
        <p:txBody>
          <a:bodyPr lIns="0" tIns="0">
            <a:normAutofit/>
          </a:bodyPr>
          <a:lstStyle>
            <a:lvl1pPr marL="0" indent="0">
              <a:lnSpc>
                <a:spcPct val="100000"/>
              </a:lnSpc>
              <a:spcBef>
                <a:spcPts val="0"/>
              </a:spcBef>
              <a:buNone/>
              <a:defRPr sz="15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6" name="Text Placeholder 6">
            <a:extLst>
              <a:ext uri="{FF2B5EF4-FFF2-40B4-BE49-F238E27FC236}">
                <a16:creationId xmlns:a16="http://schemas.microsoft.com/office/drawing/2014/main" id="{AE1BE558-411F-87F3-71EE-1782FC824F40}"/>
              </a:ext>
            </a:extLst>
          </p:cNvPr>
          <p:cNvSpPr>
            <a:spLocks noGrp="1"/>
          </p:cNvSpPr>
          <p:nvPr>
            <p:ph type="body" sz="quarter" idx="24" hasCustomPrompt="1"/>
          </p:nvPr>
        </p:nvSpPr>
        <p:spPr>
          <a:xfrm>
            <a:off x="7792278" y="3625282"/>
            <a:ext cx="1813685" cy="718013"/>
          </a:xfrm>
        </p:spPr>
        <p:txBody>
          <a:bodyPr lIns="0" anchor="b">
            <a:normAutofit/>
          </a:bodyPr>
          <a:lstStyle>
            <a:lvl1pPr marL="0" indent="0">
              <a:lnSpc>
                <a:spcPct val="100000"/>
              </a:lnSpc>
              <a:spcBef>
                <a:spcPts val="0"/>
              </a:spcBef>
              <a:buNone/>
              <a:defRPr sz="18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7" name="Text Placeholder 6">
            <a:extLst>
              <a:ext uri="{FF2B5EF4-FFF2-40B4-BE49-F238E27FC236}">
                <a16:creationId xmlns:a16="http://schemas.microsoft.com/office/drawing/2014/main" id="{408EED18-0FEB-480C-03BC-CC12E4603C92}"/>
              </a:ext>
            </a:extLst>
          </p:cNvPr>
          <p:cNvSpPr>
            <a:spLocks noGrp="1"/>
          </p:cNvSpPr>
          <p:nvPr>
            <p:ph type="body" sz="quarter" idx="25" hasCustomPrompt="1"/>
          </p:nvPr>
        </p:nvSpPr>
        <p:spPr>
          <a:xfrm>
            <a:off x="7792278" y="4354222"/>
            <a:ext cx="1813685" cy="365125"/>
          </a:xfrm>
        </p:spPr>
        <p:txBody>
          <a:bodyPr lIns="0" tIns="0">
            <a:normAutofit/>
          </a:bodyPr>
          <a:lstStyle>
            <a:lvl1pPr marL="0" indent="0">
              <a:lnSpc>
                <a:spcPct val="100000"/>
              </a:lnSpc>
              <a:spcBef>
                <a:spcPts val="0"/>
              </a:spcBef>
              <a:buNone/>
              <a:defRPr sz="15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8" name="Text Placeholder 6">
            <a:extLst>
              <a:ext uri="{FF2B5EF4-FFF2-40B4-BE49-F238E27FC236}">
                <a16:creationId xmlns:a16="http://schemas.microsoft.com/office/drawing/2014/main" id="{B95CBCFF-0E55-BCFC-8CBE-723A9BD00029}"/>
              </a:ext>
            </a:extLst>
          </p:cNvPr>
          <p:cNvSpPr>
            <a:spLocks noGrp="1"/>
          </p:cNvSpPr>
          <p:nvPr>
            <p:ph type="body" sz="quarter" idx="26" hasCustomPrompt="1"/>
          </p:nvPr>
        </p:nvSpPr>
        <p:spPr>
          <a:xfrm>
            <a:off x="9997314" y="3604563"/>
            <a:ext cx="1813686" cy="718013"/>
          </a:xfrm>
        </p:spPr>
        <p:txBody>
          <a:bodyPr lIns="0" anchor="b">
            <a:normAutofit/>
          </a:bodyPr>
          <a:lstStyle>
            <a:lvl1pPr marL="0" indent="0">
              <a:lnSpc>
                <a:spcPct val="100000"/>
              </a:lnSpc>
              <a:spcBef>
                <a:spcPts val="0"/>
              </a:spcBef>
              <a:buNone/>
              <a:defRPr sz="18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9" name="Text Placeholder 6">
            <a:extLst>
              <a:ext uri="{FF2B5EF4-FFF2-40B4-BE49-F238E27FC236}">
                <a16:creationId xmlns:a16="http://schemas.microsoft.com/office/drawing/2014/main" id="{B9088F0C-EE6F-2847-CFAA-9D94686187E9}"/>
              </a:ext>
            </a:extLst>
          </p:cNvPr>
          <p:cNvSpPr>
            <a:spLocks noGrp="1"/>
          </p:cNvSpPr>
          <p:nvPr>
            <p:ph type="body" sz="quarter" idx="27" hasCustomPrompt="1"/>
          </p:nvPr>
        </p:nvSpPr>
        <p:spPr>
          <a:xfrm>
            <a:off x="9997314" y="4333500"/>
            <a:ext cx="1813686" cy="365125"/>
          </a:xfrm>
        </p:spPr>
        <p:txBody>
          <a:bodyPr lIns="0" tIns="0">
            <a:normAutofit/>
          </a:bodyPr>
          <a:lstStyle>
            <a:lvl1pPr marL="0" indent="0">
              <a:lnSpc>
                <a:spcPct val="100000"/>
              </a:lnSpc>
              <a:spcBef>
                <a:spcPts val="0"/>
              </a:spcBef>
              <a:buNone/>
              <a:defRPr sz="15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20" name="Text Placeholder 6">
            <a:extLst>
              <a:ext uri="{FF2B5EF4-FFF2-40B4-BE49-F238E27FC236}">
                <a16:creationId xmlns:a16="http://schemas.microsoft.com/office/drawing/2014/main" id="{28120BC8-9E46-E919-6015-FABAA6588840}"/>
              </a:ext>
            </a:extLst>
          </p:cNvPr>
          <p:cNvSpPr>
            <a:spLocks noGrp="1"/>
          </p:cNvSpPr>
          <p:nvPr>
            <p:ph type="body" sz="quarter" idx="28" hasCustomPrompt="1"/>
          </p:nvPr>
        </p:nvSpPr>
        <p:spPr>
          <a:xfrm>
            <a:off x="7793957" y="4891306"/>
            <a:ext cx="1812006" cy="718013"/>
          </a:xfrm>
        </p:spPr>
        <p:txBody>
          <a:bodyPr lIns="0" anchor="b">
            <a:normAutofit/>
          </a:bodyPr>
          <a:lstStyle>
            <a:lvl1pPr marL="0" indent="0">
              <a:lnSpc>
                <a:spcPct val="100000"/>
              </a:lnSpc>
              <a:spcBef>
                <a:spcPts val="0"/>
              </a:spcBef>
              <a:buNone/>
              <a:defRPr sz="18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21" name="Text Placeholder 6">
            <a:extLst>
              <a:ext uri="{FF2B5EF4-FFF2-40B4-BE49-F238E27FC236}">
                <a16:creationId xmlns:a16="http://schemas.microsoft.com/office/drawing/2014/main" id="{DA6AFA01-4607-12C7-E4CA-8AAB4BADECA2}"/>
              </a:ext>
            </a:extLst>
          </p:cNvPr>
          <p:cNvSpPr>
            <a:spLocks noGrp="1"/>
          </p:cNvSpPr>
          <p:nvPr>
            <p:ph type="body" sz="quarter" idx="29" hasCustomPrompt="1"/>
          </p:nvPr>
        </p:nvSpPr>
        <p:spPr>
          <a:xfrm>
            <a:off x="7793957" y="5620243"/>
            <a:ext cx="1812006" cy="365125"/>
          </a:xfrm>
        </p:spPr>
        <p:txBody>
          <a:bodyPr lIns="0" tIns="0">
            <a:normAutofit/>
          </a:bodyPr>
          <a:lstStyle>
            <a:lvl1pPr marL="0" indent="0">
              <a:lnSpc>
                <a:spcPct val="100000"/>
              </a:lnSpc>
              <a:spcBef>
                <a:spcPts val="0"/>
              </a:spcBef>
              <a:buNone/>
              <a:defRPr sz="15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22" name="Text Placeholder 6">
            <a:extLst>
              <a:ext uri="{FF2B5EF4-FFF2-40B4-BE49-F238E27FC236}">
                <a16:creationId xmlns:a16="http://schemas.microsoft.com/office/drawing/2014/main" id="{89AE8D05-699D-7672-D652-F638E376296A}"/>
              </a:ext>
            </a:extLst>
          </p:cNvPr>
          <p:cNvSpPr>
            <a:spLocks noGrp="1"/>
          </p:cNvSpPr>
          <p:nvPr>
            <p:ph type="body" sz="quarter" idx="30" hasCustomPrompt="1"/>
          </p:nvPr>
        </p:nvSpPr>
        <p:spPr>
          <a:xfrm>
            <a:off x="9998994" y="4888062"/>
            <a:ext cx="1812006" cy="718013"/>
          </a:xfrm>
        </p:spPr>
        <p:txBody>
          <a:bodyPr lIns="0" anchor="b">
            <a:normAutofit/>
          </a:bodyPr>
          <a:lstStyle>
            <a:lvl1pPr marL="0" indent="0">
              <a:lnSpc>
                <a:spcPct val="100000"/>
              </a:lnSpc>
              <a:spcBef>
                <a:spcPts val="0"/>
              </a:spcBef>
              <a:buNone/>
              <a:defRPr sz="18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23" name="Text Placeholder 6">
            <a:extLst>
              <a:ext uri="{FF2B5EF4-FFF2-40B4-BE49-F238E27FC236}">
                <a16:creationId xmlns:a16="http://schemas.microsoft.com/office/drawing/2014/main" id="{8C054886-505C-671E-F2BA-D9842DA5836E}"/>
              </a:ext>
            </a:extLst>
          </p:cNvPr>
          <p:cNvSpPr>
            <a:spLocks noGrp="1"/>
          </p:cNvSpPr>
          <p:nvPr>
            <p:ph type="body" sz="quarter" idx="31" hasCustomPrompt="1"/>
          </p:nvPr>
        </p:nvSpPr>
        <p:spPr>
          <a:xfrm>
            <a:off x="9998994" y="5616999"/>
            <a:ext cx="1812006" cy="365125"/>
          </a:xfrm>
        </p:spPr>
        <p:txBody>
          <a:bodyPr lIns="0" tIns="0">
            <a:normAutofit/>
          </a:bodyPr>
          <a:lstStyle>
            <a:lvl1pPr marL="0" indent="0">
              <a:lnSpc>
                <a:spcPct val="100000"/>
              </a:lnSpc>
              <a:spcBef>
                <a:spcPts val="0"/>
              </a:spcBef>
              <a:buNone/>
              <a:defRPr sz="15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31092122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0156E-BE02-9BBA-0763-EE0EC2287746}"/>
              </a:ext>
            </a:extLst>
          </p:cNvPr>
          <p:cNvSpPr>
            <a:spLocks noGrp="1"/>
          </p:cNvSpPr>
          <p:nvPr>
            <p:ph type="title" hasCustomPrompt="1"/>
          </p:nvPr>
        </p:nvSpPr>
        <p:spPr>
          <a:xfrm>
            <a:off x="469107" y="50241"/>
            <a:ext cx="11265694" cy="1304544"/>
          </a:xfrm>
        </p:spPr>
        <p:txBody>
          <a:bodyPr anchor="b" anchorCtr="0"/>
          <a:lstStyle>
            <a:lvl1pPr>
              <a:defRPr sz="4800"/>
            </a:lvl1pPr>
          </a:lstStyle>
          <a:p>
            <a:r>
              <a:rPr lang="en-US" dirty="0"/>
              <a:t>Click to add title</a:t>
            </a:r>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hasCustomPrompt="1"/>
          </p:nvPr>
        </p:nvSpPr>
        <p:spPr>
          <a:xfrm>
            <a:off x="469900" y="1638300"/>
            <a:ext cx="5156200" cy="1892300"/>
          </a:xfrm>
        </p:spPr>
        <p:txBody>
          <a:bodyPr>
            <a:normAutofit/>
          </a:bodyPr>
          <a:lstStyle>
            <a:lvl1pPr marL="0" indent="0" algn="ctr">
              <a:buNone/>
              <a:defRPr/>
            </a:lvl1pPr>
          </a:lstStyle>
          <a:p>
            <a:r>
              <a:rPr lang="en-US" dirty="0"/>
              <a:t>Click to add picture</a:t>
            </a:r>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hasCustomPrompt="1"/>
          </p:nvPr>
        </p:nvSpPr>
        <p:spPr>
          <a:xfrm>
            <a:off x="469107" y="3864355"/>
            <a:ext cx="5157787" cy="494506"/>
          </a:xfrm>
        </p:spPr>
        <p:txBody>
          <a:bodyPr>
            <a:normAutofit/>
          </a:bodyPr>
          <a:lstStyle>
            <a:lvl1pPr marL="0" indent="0">
              <a:buNone/>
              <a:defRPr sz="2400" cap="all" spc="300" baseline="0"/>
            </a:lvl1pPr>
          </a:lstStyle>
          <a:p>
            <a:pPr lvl="0"/>
            <a:r>
              <a:rPr lang="en-US" spc="300" dirty="0">
                <a:solidFill>
                  <a:schemeClr val="tx1"/>
                </a:solidFill>
              </a:rPr>
              <a:t>Click to add text</a:t>
            </a:r>
          </a:p>
        </p:txBody>
      </p:sp>
      <p:sp>
        <p:nvSpPr>
          <p:cNvPr id="4" name="Content Placeholder 3">
            <a:extLst>
              <a:ext uri="{FF2B5EF4-FFF2-40B4-BE49-F238E27FC236}">
                <a16:creationId xmlns:a16="http://schemas.microsoft.com/office/drawing/2014/main" id="{53343E54-D2B8-A019-ACD6-6F79A320E77C}"/>
              </a:ext>
            </a:extLst>
          </p:cNvPr>
          <p:cNvSpPr>
            <a:spLocks noGrp="1"/>
          </p:cNvSpPr>
          <p:nvPr>
            <p:ph sz="quarter" idx="13" hasCustomPrompt="1"/>
          </p:nvPr>
        </p:nvSpPr>
        <p:spPr>
          <a:xfrm>
            <a:off x="469900" y="4471988"/>
            <a:ext cx="5156200" cy="1997075"/>
          </a:xfrm>
        </p:spPr>
        <p:txBody>
          <a:bodyPr/>
          <a:lstStyle>
            <a:lvl1pPr marL="228600" indent="-228600">
              <a:lnSpc>
                <a:spcPct val="100000"/>
              </a:lnSpc>
              <a:spcBef>
                <a:spcPts val="1000"/>
              </a:spcBef>
              <a:buFont typeface="Wingdings" panose="05000000000000000000" pitchFamily="2" charset="2"/>
              <a:buChar char="§"/>
              <a:defRPr sz="1400"/>
            </a:lvl1pPr>
            <a:lvl2pPr marL="228600" indent="-228600">
              <a:lnSpc>
                <a:spcPct val="100000"/>
              </a:lnSpc>
              <a:spcBef>
                <a:spcPts val="1000"/>
              </a:spcBef>
              <a:buFont typeface="Wingdings" panose="05000000000000000000" pitchFamily="2" charset="2"/>
              <a:buChar char="§"/>
              <a:defRPr sz="1400"/>
            </a:lvl2pPr>
            <a:lvl3pPr marL="228600" indent="-228600">
              <a:lnSpc>
                <a:spcPct val="100000"/>
              </a:lnSpc>
              <a:spcBef>
                <a:spcPts val="1000"/>
              </a:spcBef>
              <a:buFont typeface="Wingdings" panose="05000000000000000000" pitchFamily="2" charset="2"/>
              <a:buChar char="§"/>
              <a:defRPr sz="1400"/>
            </a:lvl3pPr>
            <a:lvl4pPr marL="228600" indent="-228600">
              <a:lnSpc>
                <a:spcPct val="100000"/>
              </a:lnSpc>
              <a:spcBef>
                <a:spcPts val="1000"/>
              </a:spcBef>
              <a:buFont typeface="Wingdings" panose="05000000000000000000" pitchFamily="2" charset="2"/>
              <a:buChar char="§"/>
              <a:defRPr sz="1400"/>
            </a:lvl4pPr>
            <a:lvl5pPr marL="228600" indent="-228600">
              <a:lnSpc>
                <a:spcPct val="100000"/>
              </a:lnSpc>
              <a:spcBef>
                <a:spcPts val="1000"/>
              </a:spcBef>
              <a:buFont typeface="Wingdings" panose="05000000000000000000" pitchFamily="2" charset="2"/>
              <a:buChar cha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hasCustomPrompt="1"/>
          </p:nvPr>
        </p:nvSpPr>
        <p:spPr>
          <a:xfrm>
            <a:off x="6559826" y="1638300"/>
            <a:ext cx="5174975" cy="1892300"/>
          </a:xfrm>
        </p:spPr>
        <p:txBody>
          <a:bodyPr>
            <a:normAutofit/>
          </a:bodyPr>
          <a:lstStyle>
            <a:lvl1pPr marL="0" indent="0" algn="ctr">
              <a:buNone/>
              <a:defRPr/>
            </a:lvl1pPr>
          </a:lstStyle>
          <a:p>
            <a:r>
              <a:rPr lang="en-US" dirty="0"/>
              <a:t>Click to add picture</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hasCustomPrompt="1"/>
          </p:nvPr>
        </p:nvSpPr>
        <p:spPr>
          <a:xfrm>
            <a:off x="6559826" y="3864355"/>
            <a:ext cx="5174975" cy="494506"/>
          </a:xfrm>
        </p:spPr>
        <p:txBody>
          <a:bodyPr>
            <a:normAutofit/>
          </a:bodyPr>
          <a:lstStyle>
            <a:lvl1pPr marL="0" indent="0">
              <a:buNone/>
              <a:defRPr sz="2400" cap="all" spc="300" baseline="0"/>
            </a:lvl1pPr>
          </a:lstStyle>
          <a:p>
            <a:pPr lvl="0"/>
            <a:r>
              <a:rPr lang="en-US" spc="300" dirty="0">
                <a:solidFill>
                  <a:schemeClr val="tx1"/>
                </a:solidFill>
              </a:rPr>
              <a:t>Click to add text</a:t>
            </a:r>
          </a:p>
        </p:txBody>
      </p:sp>
      <p:sp>
        <p:nvSpPr>
          <p:cNvPr id="5" name="Content Placeholder 3">
            <a:extLst>
              <a:ext uri="{FF2B5EF4-FFF2-40B4-BE49-F238E27FC236}">
                <a16:creationId xmlns:a16="http://schemas.microsoft.com/office/drawing/2014/main" id="{155348AE-D0F6-8964-FB7A-612A611AD671}"/>
              </a:ext>
            </a:extLst>
          </p:cNvPr>
          <p:cNvSpPr>
            <a:spLocks noGrp="1"/>
          </p:cNvSpPr>
          <p:nvPr>
            <p:ph sz="quarter" idx="14" hasCustomPrompt="1"/>
          </p:nvPr>
        </p:nvSpPr>
        <p:spPr>
          <a:xfrm>
            <a:off x="6559827" y="4471988"/>
            <a:ext cx="5174974" cy="1997075"/>
          </a:xfrm>
        </p:spPr>
        <p:txBody>
          <a:bodyPr/>
          <a:lstStyle>
            <a:lvl1pPr marL="228600" indent="-228600">
              <a:lnSpc>
                <a:spcPct val="100000"/>
              </a:lnSpc>
              <a:spcBef>
                <a:spcPts val="1000"/>
              </a:spcBef>
              <a:buFont typeface="Wingdings" panose="05000000000000000000" pitchFamily="2" charset="2"/>
              <a:buChar char="§"/>
              <a:defRPr sz="1400"/>
            </a:lvl1pPr>
            <a:lvl2pPr marL="228600" indent="-228600">
              <a:lnSpc>
                <a:spcPct val="100000"/>
              </a:lnSpc>
              <a:spcBef>
                <a:spcPts val="1000"/>
              </a:spcBef>
              <a:buFont typeface="Wingdings" panose="05000000000000000000" pitchFamily="2" charset="2"/>
              <a:buChar char="§"/>
              <a:defRPr sz="1400"/>
            </a:lvl2pPr>
            <a:lvl3pPr marL="228600" indent="-228600">
              <a:lnSpc>
                <a:spcPct val="100000"/>
              </a:lnSpc>
              <a:spcBef>
                <a:spcPts val="1000"/>
              </a:spcBef>
              <a:buFont typeface="Wingdings" panose="05000000000000000000" pitchFamily="2" charset="2"/>
              <a:buChar char="§"/>
              <a:defRPr sz="1400"/>
            </a:lvl3pPr>
            <a:lvl4pPr marL="228600" indent="-228600">
              <a:lnSpc>
                <a:spcPct val="100000"/>
              </a:lnSpc>
              <a:spcBef>
                <a:spcPts val="1000"/>
              </a:spcBef>
              <a:buFont typeface="Wingdings" panose="05000000000000000000" pitchFamily="2" charset="2"/>
              <a:buChar char="§"/>
              <a:defRPr sz="1400"/>
            </a:lvl4pPr>
            <a:lvl5pPr marL="228600" indent="-228600">
              <a:lnSpc>
                <a:spcPct val="100000"/>
              </a:lnSpc>
              <a:spcBef>
                <a:spcPts val="1000"/>
              </a:spcBef>
              <a:buFont typeface="Wingdings" panose="05000000000000000000" pitchFamily="2" charset="2"/>
              <a:buChar cha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378419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7B0BF-E38F-E2A3-143D-4B77377FE7E4}"/>
              </a:ext>
            </a:extLst>
          </p:cNvPr>
          <p:cNvSpPr>
            <a:spLocks noGrp="1"/>
          </p:cNvSpPr>
          <p:nvPr>
            <p:ph type="title" hasCustomPrompt="1"/>
          </p:nvPr>
        </p:nvSpPr>
        <p:spPr>
          <a:xfrm>
            <a:off x="950073" y="40193"/>
            <a:ext cx="10281172" cy="1316334"/>
          </a:xfrm>
        </p:spPr>
        <p:txBody>
          <a:bodyPr anchor="b" anchorCtr="0"/>
          <a:lstStyle>
            <a:lvl1pPr>
              <a:defRPr sz="4800"/>
            </a:lvl1pPr>
          </a:lstStyle>
          <a:p>
            <a:r>
              <a:rPr lang="en-US" dirty="0"/>
              <a:t>Click to add title</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hasCustomPrompt="1"/>
          </p:nvPr>
        </p:nvSpPr>
        <p:spPr>
          <a:xfrm>
            <a:off x="960438" y="1624013"/>
            <a:ext cx="3108325" cy="1892300"/>
          </a:xfrm>
        </p:spPr>
        <p:txBody>
          <a:bodyPr>
            <a:normAutofit/>
          </a:bodyPr>
          <a:lstStyle>
            <a:lvl1pPr marL="0" indent="0" algn="ctr">
              <a:buNone/>
              <a:defRPr sz="1400"/>
            </a:lvl1pPr>
          </a:lstStyle>
          <a:p>
            <a:r>
              <a:rPr lang="en-US" dirty="0"/>
              <a:t>Click to add picture</a:t>
            </a:r>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76287"/>
            <a:ext cx="3108326" cy="865563"/>
          </a:xfrm>
        </p:spPr>
        <p:txBody>
          <a:bodyPr anchor="t" anchorCtr="0">
            <a:normAutofit/>
          </a:bodyPr>
          <a:lstStyle>
            <a:lvl1pPr marL="0" indent="0">
              <a:lnSpc>
                <a:spcPct val="100000"/>
              </a:lnSpc>
              <a:spcBef>
                <a:spcPts val="0"/>
              </a:spcBef>
              <a:buFont typeface="Wingdings" panose="05000000000000000000" pitchFamily="2" charset="2"/>
              <a:buNone/>
              <a:defRPr sz="2400" cap="all" spc="300" baseline="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ADD TEXT</a:t>
            </a:r>
          </a:p>
        </p:txBody>
      </p:sp>
      <p:sp>
        <p:nvSpPr>
          <p:cNvPr id="3" name="Text Placeholder 27">
            <a:extLst>
              <a:ext uri="{FF2B5EF4-FFF2-40B4-BE49-F238E27FC236}">
                <a16:creationId xmlns:a16="http://schemas.microsoft.com/office/drawing/2014/main" id="{45BAD2EF-B428-1883-5F6B-BA8B3A18D3C8}"/>
              </a:ext>
            </a:extLst>
          </p:cNvPr>
          <p:cNvSpPr>
            <a:spLocks noGrp="1"/>
          </p:cNvSpPr>
          <p:nvPr>
            <p:ph type="body" sz="quarter" idx="17" hasCustomPrompt="1"/>
          </p:nvPr>
        </p:nvSpPr>
        <p:spPr>
          <a:xfrm>
            <a:off x="950073" y="4578835"/>
            <a:ext cx="3108326" cy="1892300"/>
          </a:xfrm>
        </p:spPr>
        <p:txBody>
          <a:bodyPr anchor="t" anchorCtr="0">
            <a:noAutofit/>
          </a:bodyPr>
          <a:lstStyle>
            <a:lvl1pPr marL="182880" indent="-182880">
              <a:lnSpc>
                <a:spcPct val="100000"/>
              </a:lnSpc>
              <a:spcBef>
                <a:spcPts val="1000"/>
              </a:spcBef>
              <a:buFont typeface="Wingdings" panose="05000000000000000000" pitchFamily="2" charset="2"/>
              <a:buChar char="§"/>
              <a:defRPr sz="1400" cap="none" spc="0" baseline="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add text</a:t>
            </a:r>
          </a:p>
          <a:p>
            <a:pPr lvl="0"/>
            <a:r>
              <a:rPr lang="en-US" dirty="0"/>
              <a:t>Second</a:t>
            </a:r>
          </a:p>
          <a:p>
            <a:pPr lvl="0"/>
            <a:r>
              <a:rPr lang="en-US" dirty="0"/>
              <a:t>Third</a:t>
            </a:r>
          </a:p>
          <a:p>
            <a:pPr lvl="0"/>
            <a:r>
              <a:rPr lang="en-US" dirty="0"/>
              <a:t>Fourth</a:t>
            </a:r>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hasCustomPrompt="1"/>
          </p:nvPr>
        </p:nvSpPr>
        <p:spPr>
          <a:xfrm>
            <a:off x="4542155" y="1623219"/>
            <a:ext cx="3108325" cy="1892300"/>
          </a:xfrm>
        </p:spPr>
        <p:txBody>
          <a:bodyPr>
            <a:normAutofit/>
          </a:bodyPr>
          <a:lstStyle>
            <a:lvl1pPr marL="0" indent="0" algn="ctr">
              <a:buNone/>
              <a:defRPr sz="1400"/>
            </a:lvl1pPr>
          </a:lstStyle>
          <a:p>
            <a:r>
              <a:rPr lang="en-US" dirty="0"/>
              <a:t>Click to add picture</a:t>
            </a:r>
          </a:p>
        </p:txBody>
      </p:sp>
      <p:sp>
        <p:nvSpPr>
          <p:cNvPr id="4" name="Text Placeholder 27">
            <a:extLst>
              <a:ext uri="{FF2B5EF4-FFF2-40B4-BE49-F238E27FC236}">
                <a16:creationId xmlns:a16="http://schemas.microsoft.com/office/drawing/2014/main" id="{BD42366C-60A0-D39C-8592-69A1576D0757}"/>
              </a:ext>
            </a:extLst>
          </p:cNvPr>
          <p:cNvSpPr>
            <a:spLocks noGrp="1"/>
          </p:cNvSpPr>
          <p:nvPr>
            <p:ph type="body" sz="quarter" idx="18" hasCustomPrompt="1"/>
          </p:nvPr>
        </p:nvSpPr>
        <p:spPr>
          <a:xfrm>
            <a:off x="4541837" y="3676287"/>
            <a:ext cx="3108326" cy="865563"/>
          </a:xfrm>
        </p:spPr>
        <p:txBody>
          <a:bodyPr anchor="t" anchorCtr="0">
            <a:normAutofit/>
          </a:bodyPr>
          <a:lstStyle>
            <a:lvl1pPr marL="0" indent="0">
              <a:lnSpc>
                <a:spcPct val="100000"/>
              </a:lnSpc>
              <a:spcBef>
                <a:spcPts val="0"/>
              </a:spcBef>
              <a:buFont typeface="Wingdings" panose="05000000000000000000" pitchFamily="2" charset="2"/>
              <a:buNone/>
              <a:defRPr sz="2400" cap="all" spc="300" baseline="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ADD TEXT</a:t>
            </a:r>
          </a:p>
        </p:txBody>
      </p:sp>
      <p:sp>
        <p:nvSpPr>
          <p:cNvPr id="5" name="Text Placeholder 27">
            <a:extLst>
              <a:ext uri="{FF2B5EF4-FFF2-40B4-BE49-F238E27FC236}">
                <a16:creationId xmlns:a16="http://schemas.microsoft.com/office/drawing/2014/main" id="{A25B6479-6C48-F3A7-D96C-55AD3C97080D}"/>
              </a:ext>
            </a:extLst>
          </p:cNvPr>
          <p:cNvSpPr>
            <a:spLocks noGrp="1"/>
          </p:cNvSpPr>
          <p:nvPr>
            <p:ph type="body" sz="quarter" idx="19" hasCustomPrompt="1"/>
          </p:nvPr>
        </p:nvSpPr>
        <p:spPr>
          <a:xfrm>
            <a:off x="4531789" y="4578835"/>
            <a:ext cx="3108326" cy="1892300"/>
          </a:xfrm>
        </p:spPr>
        <p:txBody>
          <a:bodyPr anchor="t" anchorCtr="0">
            <a:noAutofit/>
          </a:bodyPr>
          <a:lstStyle>
            <a:lvl1pPr marL="182880" indent="-182880">
              <a:lnSpc>
                <a:spcPct val="100000"/>
              </a:lnSpc>
              <a:spcBef>
                <a:spcPts val="1000"/>
              </a:spcBef>
              <a:buFont typeface="Wingdings" panose="05000000000000000000" pitchFamily="2" charset="2"/>
              <a:buChar char="§"/>
              <a:defRPr sz="1400" cap="none" spc="0" baseline="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add text</a:t>
            </a:r>
          </a:p>
          <a:p>
            <a:pPr lvl="0"/>
            <a:r>
              <a:rPr lang="en-US" dirty="0"/>
              <a:t>Second</a:t>
            </a:r>
          </a:p>
          <a:p>
            <a:pPr lvl="0"/>
            <a:r>
              <a:rPr lang="en-US" dirty="0"/>
              <a:t>Third</a:t>
            </a:r>
          </a:p>
          <a:p>
            <a:pPr lvl="0"/>
            <a:r>
              <a:rPr lang="en-US" dirty="0"/>
              <a:t>Fourth</a:t>
            </a:r>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hasCustomPrompt="1"/>
          </p:nvPr>
        </p:nvSpPr>
        <p:spPr>
          <a:xfrm>
            <a:off x="8122920" y="1623219"/>
            <a:ext cx="3108325" cy="1892300"/>
          </a:xfrm>
        </p:spPr>
        <p:txBody>
          <a:bodyPr>
            <a:normAutofit/>
          </a:bodyPr>
          <a:lstStyle>
            <a:lvl1pPr marL="0" indent="0" algn="ctr">
              <a:buNone/>
              <a:defRPr sz="1400"/>
            </a:lvl1pPr>
          </a:lstStyle>
          <a:p>
            <a:r>
              <a:rPr lang="en-US" dirty="0"/>
              <a:t>Click to add picture</a:t>
            </a:r>
          </a:p>
        </p:txBody>
      </p:sp>
      <p:sp>
        <p:nvSpPr>
          <p:cNvPr id="6" name="Text Placeholder 27">
            <a:extLst>
              <a:ext uri="{FF2B5EF4-FFF2-40B4-BE49-F238E27FC236}">
                <a16:creationId xmlns:a16="http://schemas.microsoft.com/office/drawing/2014/main" id="{3C134F8D-319C-699E-00ED-2C497397EEF7}"/>
              </a:ext>
            </a:extLst>
          </p:cNvPr>
          <p:cNvSpPr>
            <a:spLocks noGrp="1"/>
          </p:cNvSpPr>
          <p:nvPr>
            <p:ph type="body" sz="quarter" idx="20" hasCustomPrompt="1"/>
          </p:nvPr>
        </p:nvSpPr>
        <p:spPr>
          <a:xfrm>
            <a:off x="8122919" y="3676287"/>
            <a:ext cx="3108326" cy="865563"/>
          </a:xfrm>
        </p:spPr>
        <p:txBody>
          <a:bodyPr anchor="t" anchorCtr="0">
            <a:normAutofit/>
          </a:bodyPr>
          <a:lstStyle>
            <a:lvl1pPr marL="0" indent="0">
              <a:lnSpc>
                <a:spcPct val="100000"/>
              </a:lnSpc>
              <a:spcBef>
                <a:spcPts val="0"/>
              </a:spcBef>
              <a:buFont typeface="Wingdings" panose="05000000000000000000" pitchFamily="2" charset="2"/>
              <a:buNone/>
              <a:defRPr sz="2400" cap="all" spc="300" baseline="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ADD TEXT</a:t>
            </a:r>
          </a:p>
        </p:txBody>
      </p:sp>
      <p:sp>
        <p:nvSpPr>
          <p:cNvPr id="7" name="Text Placeholder 27">
            <a:extLst>
              <a:ext uri="{FF2B5EF4-FFF2-40B4-BE49-F238E27FC236}">
                <a16:creationId xmlns:a16="http://schemas.microsoft.com/office/drawing/2014/main" id="{52A27F04-C302-800F-5FE5-9B7FA2DBED45}"/>
              </a:ext>
            </a:extLst>
          </p:cNvPr>
          <p:cNvSpPr>
            <a:spLocks noGrp="1"/>
          </p:cNvSpPr>
          <p:nvPr>
            <p:ph type="body" sz="quarter" idx="21" hasCustomPrompt="1"/>
          </p:nvPr>
        </p:nvSpPr>
        <p:spPr>
          <a:xfrm>
            <a:off x="8112871" y="4578835"/>
            <a:ext cx="3108326" cy="1892300"/>
          </a:xfrm>
        </p:spPr>
        <p:txBody>
          <a:bodyPr anchor="t" anchorCtr="0">
            <a:noAutofit/>
          </a:bodyPr>
          <a:lstStyle>
            <a:lvl1pPr marL="182880" indent="-182880">
              <a:lnSpc>
                <a:spcPct val="100000"/>
              </a:lnSpc>
              <a:spcBef>
                <a:spcPts val="1000"/>
              </a:spcBef>
              <a:buFont typeface="Wingdings" panose="05000000000000000000" pitchFamily="2" charset="2"/>
              <a:buChar char="§"/>
              <a:defRPr sz="1400" cap="none" spc="0" baseline="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add text</a:t>
            </a:r>
          </a:p>
          <a:p>
            <a:pPr lvl="0"/>
            <a:r>
              <a:rPr lang="en-US" dirty="0"/>
              <a:t>Second</a:t>
            </a:r>
          </a:p>
          <a:p>
            <a:pPr lvl="0"/>
            <a:r>
              <a:rPr lang="en-US" dirty="0"/>
              <a:t>Third</a:t>
            </a:r>
          </a:p>
          <a:p>
            <a:pPr lvl="0"/>
            <a:r>
              <a:rPr lang="en-US" dirty="0"/>
              <a:t>Fourth</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22872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6CDEBF2-B5C9-4887-B717-81C3D1A73CA9}"/>
              </a:ext>
            </a:extLst>
          </p:cNvPr>
          <p:cNvSpPr>
            <a:spLocks noGrp="1"/>
          </p:cNvSpPr>
          <p:nvPr>
            <p:ph type="title" hasCustomPrompt="1"/>
          </p:nvPr>
        </p:nvSpPr>
        <p:spPr>
          <a:xfrm>
            <a:off x="6095999" y="170822"/>
            <a:ext cx="5897218" cy="1325453"/>
          </a:xfrm>
        </p:spPr>
        <p:txBody>
          <a:bodyPr lIns="91440" rIns="91440" anchor="b" anchorCtr="0">
            <a:noAutofit/>
          </a:bodyPr>
          <a:lstStyle>
            <a:lvl1pPr algn="l">
              <a:lnSpc>
                <a:spcPct val="100000"/>
              </a:lnSpc>
              <a:spcBef>
                <a:spcPts val="0"/>
              </a:spcBef>
              <a:defRPr sz="3200">
                <a:solidFill>
                  <a:schemeClr val="tx1"/>
                </a:solidFill>
              </a:defRPr>
            </a:lvl1pPr>
          </a:lstStyle>
          <a:p>
            <a:r>
              <a:rPr lang="en-US" dirty="0"/>
              <a:t>Click to add title</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hasCustomPrompt="1"/>
          </p:nvPr>
        </p:nvSpPr>
        <p:spPr>
          <a:xfrm>
            <a:off x="0" y="0"/>
            <a:ext cx="5416550" cy="6858000"/>
          </a:xfrm>
          <a:effectLst/>
        </p:spPr>
        <p:txBody>
          <a:bodyPr anchor="t"/>
          <a:lstStyle>
            <a:lvl1pPr marL="0" indent="0" algn="ctr">
              <a:buNone/>
              <a:defRPr/>
            </a:lvl1pPr>
          </a:lstStyle>
          <a:p>
            <a:r>
              <a:rPr lang="en-US" dirty="0"/>
              <a:t>Click to add picture</a:t>
            </a:r>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6">
            <a:extLst>
              <a:ext uri="{FF2B5EF4-FFF2-40B4-BE49-F238E27FC236}">
                <a16:creationId xmlns:a16="http://schemas.microsoft.com/office/drawing/2014/main" id="{656A3C7F-97D5-51E2-9BDF-90E2BD080126}"/>
              </a:ext>
            </a:extLst>
          </p:cNvPr>
          <p:cNvSpPr>
            <a:spLocks noGrp="1"/>
          </p:cNvSpPr>
          <p:nvPr>
            <p:ph type="body" sz="quarter" idx="20" hasCustomPrompt="1"/>
          </p:nvPr>
        </p:nvSpPr>
        <p:spPr>
          <a:xfrm>
            <a:off x="6095998" y="1635323"/>
            <a:ext cx="5897217" cy="365125"/>
          </a:xfrm>
        </p:spPr>
        <p:txBody>
          <a:bodyPr lIns="91440">
            <a:noAutofit/>
          </a:bodyPr>
          <a:lstStyle>
            <a:lvl1pPr marL="0" indent="0">
              <a:lnSpc>
                <a:spcPct val="100000"/>
              </a:lnSpc>
              <a:spcBef>
                <a:spcPts val="0"/>
              </a:spcBef>
              <a:buNone/>
              <a:defRPr sz="19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4" name="Text Placeholder 6">
            <a:extLst>
              <a:ext uri="{FF2B5EF4-FFF2-40B4-BE49-F238E27FC236}">
                <a16:creationId xmlns:a16="http://schemas.microsoft.com/office/drawing/2014/main" id="{7B1FEB2D-A892-CF1D-2EAD-3139AB45F791}"/>
              </a:ext>
            </a:extLst>
          </p:cNvPr>
          <p:cNvSpPr>
            <a:spLocks noGrp="1"/>
          </p:cNvSpPr>
          <p:nvPr>
            <p:ph type="body" sz="quarter" idx="21" hasCustomPrompt="1"/>
          </p:nvPr>
        </p:nvSpPr>
        <p:spPr>
          <a:xfrm>
            <a:off x="6095998" y="2101808"/>
            <a:ext cx="5897217" cy="554037"/>
          </a:xfrm>
        </p:spPr>
        <p:txBody>
          <a:bodyPr lIns="91440" tIns="0">
            <a:normAutofit/>
          </a:bodyPr>
          <a:lstStyle>
            <a:lvl1pPr marL="0" indent="0">
              <a:lnSpc>
                <a:spcPct val="100000"/>
              </a:lnSpc>
              <a:spcBef>
                <a:spcPts val="0"/>
              </a:spcBef>
              <a:buNone/>
              <a:defRPr sz="15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5" name="Text Placeholder 6">
            <a:extLst>
              <a:ext uri="{FF2B5EF4-FFF2-40B4-BE49-F238E27FC236}">
                <a16:creationId xmlns:a16="http://schemas.microsoft.com/office/drawing/2014/main" id="{CB2D88A4-3801-6C61-D989-4358C9A25C8B}"/>
              </a:ext>
            </a:extLst>
          </p:cNvPr>
          <p:cNvSpPr>
            <a:spLocks noGrp="1"/>
          </p:cNvSpPr>
          <p:nvPr>
            <p:ph type="body" sz="quarter" idx="22" hasCustomPrompt="1"/>
          </p:nvPr>
        </p:nvSpPr>
        <p:spPr>
          <a:xfrm>
            <a:off x="6095998" y="2824477"/>
            <a:ext cx="5897217" cy="365125"/>
          </a:xfrm>
        </p:spPr>
        <p:txBody>
          <a:bodyPr lIns="91440">
            <a:noAutofit/>
          </a:bodyPr>
          <a:lstStyle>
            <a:lvl1pPr marL="0" indent="0">
              <a:lnSpc>
                <a:spcPct val="100000"/>
              </a:lnSpc>
              <a:spcBef>
                <a:spcPts val="0"/>
              </a:spcBef>
              <a:buNone/>
              <a:defRPr sz="19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6" name="Text Placeholder 6">
            <a:extLst>
              <a:ext uri="{FF2B5EF4-FFF2-40B4-BE49-F238E27FC236}">
                <a16:creationId xmlns:a16="http://schemas.microsoft.com/office/drawing/2014/main" id="{C43D83DE-2A76-BAD3-6A75-BD1BE8A1ABA8}"/>
              </a:ext>
            </a:extLst>
          </p:cNvPr>
          <p:cNvSpPr>
            <a:spLocks noGrp="1"/>
          </p:cNvSpPr>
          <p:nvPr>
            <p:ph type="body" sz="quarter" idx="23" hasCustomPrompt="1"/>
          </p:nvPr>
        </p:nvSpPr>
        <p:spPr>
          <a:xfrm>
            <a:off x="6095998" y="3290962"/>
            <a:ext cx="5897217" cy="554037"/>
          </a:xfrm>
        </p:spPr>
        <p:txBody>
          <a:bodyPr lIns="91440" tIns="0">
            <a:normAutofit/>
          </a:bodyPr>
          <a:lstStyle>
            <a:lvl1pPr marL="0" indent="0">
              <a:lnSpc>
                <a:spcPct val="100000"/>
              </a:lnSpc>
              <a:spcBef>
                <a:spcPts val="0"/>
              </a:spcBef>
              <a:buNone/>
              <a:defRPr sz="15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8" name="Text Placeholder 6">
            <a:extLst>
              <a:ext uri="{FF2B5EF4-FFF2-40B4-BE49-F238E27FC236}">
                <a16:creationId xmlns:a16="http://schemas.microsoft.com/office/drawing/2014/main" id="{B6C9F708-458D-0C90-AA62-4F4E1BE98CE6}"/>
              </a:ext>
            </a:extLst>
          </p:cNvPr>
          <p:cNvSpPr>
            <a:spLocks noGrp="1"/>
          </p:cNvSpPr>
          <p:nvPr>
            <p:ph type="body" sz="quarter" idx="24" hasCustomPrompt="1"/>
          </p:nvPr>
        </p:nvSpPr>
        <p:spPr>
          <a:xfrm>
            <a:off x="6095998" y="4005037"/>
            <a:ext cx="5897217" cy="365125"/>
          </a:xfrm>
        </p:spPr>
        <p:txBody>
          <a:bodyPr lIns="91440">
            <a:noAutofit/>
          </a:bodyPr>
          <a:lstStyle>
            <a:lvl1pPr marL="0" indent="0">
              <a:lnSpc>
                <a:spcPct val="100000"/>
              </a:lnSpc>
              <a:spcBef>
                <a:spcPts val="0"/>
              </a:spcBef>
              <a:buNone/>
              <a:defRPr sz="19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0" name="Text Placeholder 6">
            <a:extLst>
              <a:ext uri="{FF2B5EF4-FFF2-40B4-BE49-F238E27FC236}">
                <a16:creationId xmlns:a16="http://schemas.microsoft.com/office/drawing/2014/main" id="{58A4FEA4-71DB-CBBC-4183-C55650B07AB0}"/>
              </a:ext>
            </a:extLst>
          </p:cNvPr>
          <p:cNvSpPr>
            <a:spLocks noGrp="1"/>
          </p:cNvSpPr>
          <p:nvPr>
            <p:ph type="body" sz="quarter" idx="25" hasCustomPrompt="1"/>
          </p:nvPr>
        </p:nvSpPr>
        <p:spPr>
          <a:xfrm>
            <a:off x="6095998" y="4471522"/>
            <a:ext cx="5897217" cy="554037"/>
          </a:xfrm>
        </p:spPr>
        <p:txBody>
          <a:bodyPr lIns="91440" tIns="0">
            <a:normAutofit/>
          </a:bodyPr>
          <a:lstStyle>
            <a:lvl1pPr marL="0" indent="0">
              <a:lnSpc>
                <a:spcPct val="100000"/>
              </a:lnSpc>
              <a:spcBef>
                <a:spcPts val="0"/>
              </a:spcBef>
              <a:buNone/>
              <a:defRPr sz="15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2" name="Text Placeholder 6">
            <a:extLst>
              <a:ext uri="{FF2B5EF4-FFF2-40B4-BE49-F238E27FC236}">
                <a16:creationId xmlns:a16="http://schemas.microsoft.com/office/drawing/2014/main" id="{41BAC13E-D6C4-66D0-6DF5-9FDB08CD8FAE}"/>
              </a:ext>
            </a:extLst>
          </p:cNvPr>
          <p:cNvSpPr>
            <a:spLocks noGrp="1"/>
          </p:cNvSpPr>
          <p:nvPr>
            <p:ph type="body" sz="quarter" idx="26" hasCustomPrompt="1"/>
          </p:nvPr>
        </p:nvSpPr>
        <p:spPr>
          <a:xfrm>
            <a:off x="6095998" y="5194191"/>
            <a:ext cx="5897217" cy="365125"/>
          </a:xfrm>
        </p:spPr>
        <p:txBody>
          <a:bodyPr lIns="91440">
            <a:noAutofit/>
          </a:bodyPr>
          <a:lstStyle>
            <a:lvl1pPr marL="0" indent="0">
              <a:lnSpc>
                <a:spcPct val="100000"/>
              </a:lnSpc>
              <a:spcBef>
                <a:spcPts val="0"/>
              </a:spcBef>
              <a:buNone/>
              <a:defRPr sz="1900" cap="all" spc="3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3" name="Text Placeholder 6">
            <a:extLst>
              <a:ext uri="{FF2B5EF4-FFF2-40B4-BE49-F238E27FC236}">
                <a16:creationId xmlns:a16="http://schemas.microsoft.com/office/drawing/2014/main" id="{C54AFEF2-F55D-17EA-E93E-AC4F233B9370}"/>
              </a:ext>
            </a:extLst>
          </p:cNvPr>
          <p:cNvSpPr>
            <a:spLocks noGrp="1"/>
          </p:cNvSpPr>
          <p:nvPr>
            <p:ph type="body" sz="quarter" idx="27" hasCustomPrompt="1"/>
          </p:nvPr>
        </p:nvSpPr>
        <p:spPr>
          <a:xfrm>
            <a:off x="6095998" y="5660676"/>
            <a:ext cx="5897217" cy="554037"/>
          </a:xfrm>
        </p:spPr>
        <p:txBody>
          <a:bodyPr lIns="91440" tIns="0">
            <a:normAutofit/>
          </a:bodyPr>
          <a:lstStyle>
            <a:lvl1pPr marL="0" indent="0">
              <a:lnSpc>
                <a:spcPct val="100000"/>
              </a:lnSpc>
              <a:spcBef>
                <a:spcPts val="0"/>
              </a:spcBef>
              <a:buNone/>
              <a:defRPr sz="15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330658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pic>
        <p:nvPicPr>
          <p:cNvPr id="8" name="Picture 7" descr="A close up of dots&#10;&#10;Description automatically generated">
            <a:extLst>
              <a:ext uri="{FF2B5EF4-FFF2-40B4-BE49-F238E27FC236}">
                <a16:creationId xmlns:a16="http://schemas.microsoft.com/office/drawing/2014/main" id="{A7778945-CDEB-9A7F-80F5-5A2906972A9A}"/>
              </a:ext>
            </a:extLst>
          </p:cNvPr>
          <p:cNvPicPr>
            <a:picLocks noChangeAspect="1"/>
          </p:cNvPicPr>
          <p:nvPr userDrawn="1"/>
        </p:nvPicPr>
        <p:blipFill>
          <a:blip r:embed="rId2"/>
          <a:stretch>
            <a:fillRect/>
          </a:stretch>
        </p:blipFill>
        <p:spPr>
          <a:xfrm>
            <a:off x="0" y="0"/>
            <a:ext cx="12191999" cy="6858000"/>
          </a:xfrm>
          <a:prstGeom prst="rect">
            <a:avLst/>
          </a:prstGeom>
        </p:spPr>
      </p:pic>
      <p:sp>
        <p:nvSpPr>
          <p:cNvPr id="9" name="Title 8">
            <a:extLst>
              <a:ext uri="{FF2B5EF4-FFF2-40B4-BE49-F238E27FC236}">
                <a16:creationId xmlns:a16="http://schemas.microsoft.com/office/drawing/2014/main" id="{F8E9930A-72A3-290D-B835-F73AD5366EB8}"/>
              </a:ext>
            </a:extLst>
          </p:cNvPr>
          <p:cNvSpPr>
            <a:spLocks noGrp="1"/>
          </p:cNvSpPr>
          <p:nvPr>
            <p:ph type="title" hasCustomPrompt="1"/>
          </p:nvPr>
        </p:nvSpPr>
        <p:spPr>
          <a:xfrm>
            <a:off x="588195" y="1069675"/>
            <a:ext cx="11015612" cy="1499321"/>
          </a:xfrm>
        </p:spPr>
        <p:txBody>
          <a:bodyPr anchor="b"/>
          <a:lstStyle>
            <a:lvl1pPr>
              <a:defRPr sz="4000"/>
            </a:lvl1pPr>
          </a:lstStyle>
          <a:p>
            <a:r>
              <a:rPr lang="en-US" dirty="0"/>
              <a:t>Click to add title</a:t>
            </a:r>
          </a:p>
        </p:txBody>
      </p:sp>
      <p:sp>
        <p:nvSpPr>
          <p:cNvPr id="4" name="Picture Placeholder 3">
            <a:extLst>
              <a:ext uri="{FF2B5EF4-FFF2-40B4-BE49-F238E27FC236}">
                <a16:creationId xmlns:a16="http://schemas.microsoft.com/office/drawing/2014/main" id="{A7C9DAF4-07EB-3C9A-A08C-3EBC3F87B2AC}"/>
              </a:ext>
            </a:extLst>
          </p:cNvPr>
          <p:cNvSpPr>
            <a:spLocks noGrp="1"/>
          </p:cNvSpPr>
          <p:nvPr>
            <p:ph type="pic" sz="quarter" idx="22"/>
          </p:nvPr>
        </p:nvSpPr>
        <p:spPr>
          <a:xfrm>
            <a:off x="1754768" y="3105917"/>
            <a:ext cx="731520" cy="731520"/>
          </a:xfrm>
        </p:spPr>
        <p:txBody>
          <a:bodyPr/>
          <a:lstStyle>
            <a:lvl1pPr marL="0" indent="0" algn="ctr">
              <a:buNone/>
              <a:defRPr sz="1000"/>
            </a:lvl1pPr>
          </a:lstStyle>
          <a:p>
            <a:r>
              <a:rPr lang="en-US"/>
              <a:t>Click icon to add picture</a:t>
            </a:r>
            <a:endParaRPr lang="en-US" dirty="0"/>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238812" y="3893330"/>
            <a:ext cx="3736664" cy="518795"/>
          </a:xfrm>
        </p:spPr>
        <p:txBody>
          <a:bodyPr>
            <a:normAutofit/>
          </a:bodyPr>
          <a:lstStyle>
            <a:lvl1pPr marL="0" indent="0" algn="ctr">
              <a:buNone/>
              <a:defRPr sz="1800" cap="all" spc="300" baseline="0">
                <a:solidFill>
                  <a:schemeClr val="tx1"/>
                </a:solidFill>
              </a:defRPr>
            </a:lvl1pPr>
            <a:lvl2pPr marL="457200" indent="0">
              <a:buNone/>
              <a:defRPr/>
            </a:lvl2pPr>
          </a:lstStyle>
          <a:p>
            <a:pPr lvl="0"/>
            <a:r>
              <a:rPr lang="en-US" dirty="0"/>
              <a:t>CLICK TO add text</a:t>
            </a:r>
          </a:p>
        </p:txBody>
      </p:sp>
      <p:sp>
        <p:nvSpPr>
          <p:cNvPr id="5" name="Picture Placeholder 3">
            <a:extLst>
              <a:ext uri="{FF2B5EF4-FFF2-40B4-BE49-F238E27FC236}">
                <a16:creationId xmlns:a16="http://schemas.microsoft.com/office/drawing/2014/main" id="{89154656-6832-6744-5242-633FFE1D17B7}"/>
              </a:ext>
            </a:extLst>
          </p:cNvPr>
          <p:cNvSpPr>
            <a:spLocks noGrp="1"/>
          </p:cNvSpPr>
          <p:nvPr>
            <p:ph type="pic" sz="quarter" idx="23"/>
          </p:nvPr>
        </p:nvSpPr>
        <p:spPr>
          <a:xfrm>
            <a:off x="5730238" y="3105917"/>
            <a:ext cx="731520" cy="731520"/>
          </a:xfrm>
        </p:spPr>
        <p:txBody>
          <a:bodyPr/>
          <a:lstStyle>
            <a:lvl1pPr marL="0" indent="0" algn="ctr">
              <a:buNone/>
              <a:defRPr sz="1000"/>
            </a:lvl1pPr>
          </a:lstStyle>
          <a:p>
            <a:r>
              <a:rPr lang="en-US"/>
              <a:t>Click icon to add picture</a:t>
            </a:r>
            <a:endParaRPr lang="en-US" dirty="0"/>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241056" y="3893330"/>
            <a:ext cx="3736658" cy="518795"/>
          </a:xfrm>
        </p:spPr>
        <p:txBody>
          <a:bodyPr>
            <a:normAutofit/>
          </a:bodyPr>
          <a:lstStyle>
            <a:lvl1pPr marL="0" indent="0" algn="ctr">
              <a:buNone/>
              <a:defRPr sz="1800" spc="300">
                <a:solidFill>
                  <a:schemeClr val="tx1"/>
                </a:solidFill>
              </a:defRPr>
            </a:lvl1pPr>
            <a:lvl2pPr marL="457200" indent="0">
              <a:buNone/>
              <a:defRPr/>
            </a:lvl2pPr>
          </a:lstStyle>
          <a:p>
            <a:pPr lvl="0"/>
            <a:r>
              <a:rPr lang="en-US" dirty="0"/>
              <a:t>Click to add text</a:t>
            </a:r>
          </a:p>
        </p:txBody>
      </p:sp>
      <p:sp>
        <p:nvSpPr>
          <p:cNvPr id="7" name="Picture Placeholder 3">
            <a:extLst>
              <a:ext uri="{FF2B5EF4-FFF2-40B4-BE49-F238E27FC236}">
                <a16:creationId xmlns:a16="http://schemas.microsoft.com/office/drawing/2014/main" id="{40271905-3743-286E-3C76-62B0063D5967}"/>
              </a:ext>
            </a:extLst>
          </p:cNvPr>
          <p:cNvSpPr>
            <a:spLocks noGrp="1"/>
          </p:cNvSpPr>
          <p:nvPr>
            <p:ph type="pic" sz="quarter" idx="24"/>
          </p:nvPr>
        </p:nvSpPr>
        <p:spPr>
          <a:xfrm>
            <a:off x="9705712" y="3105917"/>
            <a:ext cx="731520" cy="731520"/>
          </a:xfrm>
        </p:spPr>
        <p:txBody>
          <a:bodyPr/>
          <a:lstStyle>
            <a:lvl1pPr marL="0" indent="0" algn="ctr">
              <a:buNone/>
              <a:defRPr sz="1000"/>
            </a:lvl1pPr>
          </a:lstStyle>
          <a:p>
            <a:r>
              <a:rPr lang="en-US"/>
              <a:t>Click icon to add picture</a:t>
            </a:r>
            <a:endParaRPr lang="en-US" dirty="0"/>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216525" y="3893330"/>
            <a:ext cx="3736663" cy="518795"/>
          </a:xfrm>
        </p:spPr>
        <p:txBody>
          <a:bodyPr>
            <a:normAutofit/>
          </a:bodyPr>
          <a:lstStyle>
            <a:lvl1pPr marL="0" indent="0" algn="ctr">
              <a:buNone/>
              <a:defRPr sz="1800" spc="300">
                <a:solidFill>
                  <a:schemeClr val="tx1"/>
                </a:solidFill>
              </a:defRPr>
            </a:lvl1pPr>
            <a:lvl2pPr marL="457200" indent="0">
              <a:buNone/>
              <a:defRPr/>
            </a:lvl2pPr>
          </a:lstStyle>
          <a:p>
            <a:pPr lvl="0"/>
            <a:r>
              <a:rPr lang="en-US" dirty="0"/>
              <a:t>Click to add text</a:t>
            </a:r>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chorCtr="0">
            <a:noAutofit/>
          </a:bodyPr>
          <a:lstStyle>
            <a:lvl1pPr marL="0" indent="0" algn="ctr">
              <a:lnSpc>
                <a:spcPct val="100000"/>
              </a:lnSpc>
              <a:spcBef>
                <a:spcPts val="0"/>
              </a:spcBef>
              <a:buNone/>
              <a:defRPr sz="1800" cap="all" spc="300" baseline="0">
                <a:solidFill>
                  <a:schemeClr val="tx1"/>
                </a:solidFill>
              </a:defRPr>
            </a:lvl1pPr>
            <a:lvl2pPr marL="457200" indent="0">
              <a:buNone/>
              <a:defRPr/>
            </a:lvl2pPr>
          </a:lstStyle>
          <a:p>
            <a:pPr lvl="0"/>
            <a:r>
              <a:rPr lang="en-US" dirty="0"/>
              <a:t>Click to add subtitle</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77" r:id="rId5"/>
    <p:sldLayoutId id="2147483685" r:id="rId6"/>
    <p:sldLayoutId id="2147483686" r:id="rId7"/>
    <p:sldLayoutId id="2147483666" r:id="rId8"/>
    <p:sldLayoutId id="2147483681" r:id="rId9"/>
    <p:sldLayoutId id="2147483683" r:id="rId10"/>
    <p:sldLayoutId id="2147483682" r:id="rId11"/>
    <p:sldLayoutId id="2147483684" r:id="rId12"/>
    <p:sldLayoutId id="2147483680" r:id="rId13"/>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hyperlink" Target="https://www.kali.org/docs/usb/live-usb-install-with-windows/#what-youll-need" TargetMode="Externa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6" y="1060315"/>
            <a:ext cx="11490325" cy="2218959"/>
          </a:xfrm>
        </p:spPr>
        <p:txBody>
          <a:bodyPr/>
          <a:lstStyle/>
          <a:p>
            <a:r>
              <a:rPr lang="en-US" dirty="0"/>
              <a:t>Application and </a:t>
            </a:r>
            <a:r>
              <a:rPr lang="en-US" dirty="0" err="1"/>
              <a:t>websecurity</a:t>
            </a:r>
            <a:endParaRPr lang="en-US" dirty="0"/>
          </a:p>
        </p:txBody>
      </p:sp>
      <p:sp>
        <p:nvSpPr>
          <p:cNvPr id="7" name="Text Placeholder 6">
            <a:extLst>
              <a:ext uri="{FF2B5EF4-FFF2-40B4-BE49-F238E27FC236}">
                <a16:creationId xmlns:a16="http://schemas.microsoft.com/office/drawing/2014/main" id="{5D865526-EC39-4780-A2A8-274A80A5C19B}"/>
              </a:ext>
            </a:extLst>
          </p:cNvPr>
          <p:cNvSpPr>
            <a:spLocks noGrp="1"/>
          </p:cNvSpPr>
          <p:nvPr>
            <p:ph type="body" sz="quarter" idx="13"/>
          </p:nvPr>
        </p:nvSpPr>
        <p:spPr>
          <a:xfrm>
            <a:off x="3512344" y="3700222"/>
            <a:ext cx="5167313" cy="603250"/>
          </a:xfrm>
        </p:spPr>
        <p:txBody>
          <a:bodyPr/>
          <a:lstStyle/>
          <a:p>
            <a:r>
              <a:rPr lang="en-US" dirty="0"/>
              <a:t>Lab experiment – 7 </a:t>
            </a:r>
          </a:p>
          <a:p>
            <a:r>
              <a:rPr lang="en-US" dirty="0"/>
              <a:t>Reset windows admin password</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39BD-1390-80D8-8F6A-E9A5C318C7AF}"/>
              </a:ext>
            </a:extLst>
          </p:cNvPr>
          <p:cNvSpPr>
            <a:spLocks noGrp="1"/>
          </p:cNvSpPr>
          <p:nvPr>
            <p:ph type="title"/>
          </p:nvPr>
        </p:nvSpPr>
        <p:spPr/>
        <p:txBody>
          <a:bodyPr/>
          <a:lstStyle/>
          <a:p>
            <a:r>
              <a:rPr lang="en-IN" dirty="0"/>
              <a:t>Lab experiment – 7</a:t>
            </a:r>
            <a:br>
              <a:rPr lang="en-IN" dirty="0"/>
            </a:br>
            <a:r>
              <a:rPr lang="en-IN" sz="2800" dirty="0"/>
              <a:t>Reset windows admin password</a:t>
            </a:r>
          </a:p>
        </p:txBody>
      </p:sp>
      <p:sp>
        <p:nvSpPr>
          <p:cNvPr id="3" name="Slide Number Placeholder 2">
            <a:extLst>
              <a:ext uri="{FF2B5EF4-FFF2-40B4-BE49-F238E27FC236}">
                <a16:creationId xmlns:a16="http://schemas.microsoft.com/office/drawing/2014/main" id="{7CCC66A9-3BC5-FCFA-A6CD-2638BAE12184}"/>
              </a:ext>
            </a:extLst>
          </p:cNvPr>
          <p:cNvSpPr>
            <a:spLocks noGrp="1"/>
          </p:cNvSpPr>
          <p:nvPr>
            <p:ph type="sldNum" sz="quarter" idx="11"/>
          </p:nvPr>
        </p:nvSpPr>
        <p:spPr/>
        <p:txBody>
          <a:bodyPr/>
          <a:lstStyle/>
          <a:p>
            <a:fld id="{8C2E478F-E849-4A8C-AF1F-CBCC78A7CBFA}" type="slidenum">
              <a:rPr lang="en-US" smtClean="0"/>
              <a:t>2</a:t>
            </a:fld>
            <a:endParaRPr lang="en-US" dirty="0"/>
          </a:p>
        </p:txBody>
      </p:sp>
      <p:sp>
        <p:nvSpPr>
          <p:cNvPr id="5" name="TextBox 4">
            <a:extLst>
              <a:ext uri="{FF2B5EF4-FFF2-40B4-BE49-F238E27FC236}">
                <a16:creationId xmlns:a16="http://schemas.microsoft.com/office/drawing/2014/main" id="{FB42A238-E959-0717-BA28-732F13E3F9EC}"/>
              </a:ext>
            </a:extLst>
          </p:cNvPr>
          <p:cNvSpPr txBox="1"/>
          <p:nvPr/>
        </p:nvSpPr>
        <p:spPr>
          <a:xfrm>
            <a:off x="220807" y="1591704"/>
            <a:ext cx="6094268" cy="369332"/>
          </a:xfrm>
          <a:prstGeom prst="rect">
            <a:avLst/>
          </a:prstGeom>
          <a:noFill/>
        </p:spPr>
        <p:txBody>
          <a:bodyPr wrap="square">
            <a:spAutoFit/>
          </a:bodyPr>
          <a:lstStyle/>
          <a:p>
            <a:pPr algn="l"/>
            <a:r>
              <a:rPr lang="en-US" b="1" i="0" dirty="0">
                <a:effectLst/>
                <a:latin typeface="Noto Sans" panose="020B0502040504020204" pitchFamily="34" charset="0"/>
              </a:rPr>
              <a:t>Making a Kali Bootable USB Drive on Windows</a:t>
            </a:r>
          </a:p>
        </p:txBody>
      </p:sp>
      <p:sp>
        <p:nvSpPr>
          <p:cNvPr id="7" name="TextBox 6">
            <a:extLst>
              <a:ext uri="{FF2B5EF4-FFF2-40B4-BE49-F238E27FC236}">
                <a16:creationId xmlns:a16="http://schemas.microsoft.com/office/drawing/2014/main" id="{047C6312-2E67-16B2-D17B-537C244C7506}"/>
              </a:ext>
            </a:extLst>
          </p:cNvPr>
          <p:cNvSpPr txBox="1"/>
          <p:nvPr/>
        </p:nvSpPr>
        <p:spPr>
          <a:xfrm>
            <a:off x="72737" y="2286001"/>
            <a:ext cx="11720945" cy="4401205"/>
          </a:xfrm>
          <a:prstGeom prst="rect">
            <a:avLst/>
          </a:prstGeom>
          <a:noFill/>
        </p:spPr>
        <p:txBody>
          <a:bodyPr wrap="square">
            <a:spAutoFit/>
          </a:bodyPr>
          <a:lstStyle/>
          <a:p>
            <a:pPr algn="l"/>
            <a:r>
              <a:rPr lang="en-US" sz="2000" b="0" i="0" dirty="0">
                <a:effectLst/>
              </a:rPr>
              <a:t>One of the fastest method, for getting up and running with Kali Linux is to run it “live” from a USB drive. This method has several advantages:</a:t>
            </a:r>
          </a:p>
          <a:p>
            <a:pPr marL="285750" indent="-285750" algn="l">
              <a:buFont typeface="Arial" panose="020B0604020202020204" pitchFamily="34" charset="0"/>
              <a:buChar char="•"/>
            </a:pPr>
            <a:r>
              <a:rPr lang="en-US" sz="2000" b="0" i="0" dirty="0">
                <a:effectLst/>
              </a:rPr>
              <a:t>It’s non-destructive - it makes no changes to the host system’s hard drive or installed OS, and to go back to normal operations, you simply remove the Kali Live USB drive and restart the system</a:t>
            </a:r>
          </a:p>
          <a:p>
            <a:pPr marL="285750" indent="-285750" algn="l">
              <a:buFont typeface="Arial" panose="020B0604020202020204" pitchFamily="34" charset="0"/>
              <a:buChar char="•"/>
            </a:pPr>
            <a:r>
              <a:rPr lang="en-US" sz="2000" b="0" i="0" dirty="0">
                <a:effectLst/>
              </a:rPr>
              <a:t>It’s portable - you can carry Kali Linux in your pocket and have it running in minutes on an available system</a:t>
            </a:r>
          </a:p>
          <a:p>
            <a:pPr marL="285750" indent="-285750" algn="l">
              <a:buFont typeface="Arial" panose="020B0604020202020204" pitchFamily="34" charset="0"/>
              <a:buChar char="•"/>
            </a:pPr>
            <a:r>
              <a:rPr lang="en-US" sz="2000" b="0" i="0" dirty="0">
                <a:effectLst/>
              </a:rPr>
              <a:t>It’s customizable - you can  roll your own custom Kali Linux ISO image  and put it onto a USB drive using the same procedures</a:t>
            </a:r>
          </a:p>
          <a:p>
            <a:pPr marL="285750" indent="-285750" algn="l">
              <a:buFont typeface="Arial" panose="020B0604020202020204" pitchFamily="34" charset="0"/>
              <a:buChar char="•"/>
            </a:pPr>
            <a:r>
              <a:rPr lang="en-US" sz="2000" b="0" i="0" dirty="0">
                <a:effectLst/>
              </a:rPr>
              <a:t>It’s potentially persistent - with a bit of extra effort, you can configure your Kali Linux “live” USB drive to have  persistent storage, so the data you collect is saved across reboots</a:t>
            </a:r>
          </a:p>
          <a:p>
            <a:pPr algn="l"/>
            <a:r>
              <a:rPr lang="en-US" sz="2000" b="0" i="0" dirty="0">
                <a:effectLst/>
              </a:rPr>
              <a:t>In order to do this, we first need to create a bootable USB drive which has been set up from an ISO image of Kali Linux.</a:t>
            </a:r>
          </a:p>
          <a:p>
            <a:pPr algn="l"/>
            <a:r>
              <a:rPr lang="en-US" sz="2000" b="0" i="0" dirty="0">
                <a:effectLst/>
              </a:rPr>
              <a:t>The specifics of this procedure will vary depending on whether you’re doing it on a  Linux, macOS/OS X, or Windows system.</a:t>
            </a:r>
          </a:p>
          <a:p>
            <a:pPr algn="l"/>
            <a:endParaRPr lang="en-US" sz="2000" b="0" i="0" dirty="0">
              <a:effectLst/>
            </a:endParaRPr>
          </a:p>
        </p:txBody>
      </p:sp>
    </p:spTree>
    <p:extLst>
      <p:ext uri="{BB962C8B-B14F-4D97-AF65-F5344CB8AC3E}">
        <p14:creationId xmlns:p14="http://schemas.microsoft.com/office/powerpoint/2010/main" val="3604150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39BD-1390-80D8-8F6A-E9A5C318C7AF}"/>
              </a:ext>
            </a:extLst>
          </p:cNvPr>
          <p:cNvSpPr>
            <a:spLocks noGrp="1"/>
          </p:cNvSpPr>
          <p:nvPr>
            <p:ph type="title"/>
          </p:nvPr>
        </p:nvSpPr>
        <p:spPr/>
        <p:txBody>
          <a:bodyPr/>
          <a:lstStyle/>
          <a:p>
            <a:r>
              <a:rPr lang="en-IN" dirty="0"/>
              <a:t>Lab experiment – 7</a:t>
            </a:r>
            <a:br>
              <a:rPr lang="en-IN" dirty="0"/>
            </a:br>
            <a:r>
              <a:rPr lang="en-IN" sz="2800" dirty="0"/>
              <a:t>Reset windows admin password</a:t>
            </a:r>
          </a:p>
        </p:txBody>
      </p:sp>
      <p:sp>
        <p:nvSpPr>
          <p:cNvPr id="3" name="Slide Number Placeholder 2">
            <a:extLst>
              <a:ext uri="{FF2B5EF4-FFF2-40B4-BE49-F238E27FC236}">
                <a16:creationId xmlns:a16="http://schemas.microsoft.com/office/drawing/2014/main" id="{7CCC66A9-3BC5-FCFA-A6CD-2638BAE12184}"/>
              </a:ext>
            </a:extLst>
          </p:cNvPr>
          <p:cNvSpPr>
            <a:spLocks noGrp="1"/>
          </p:cNvSpPr>
          <p:nvPr>
            <p:ph type="sldNum" sz="quarter" idx="11"/>
          </p:nvPr>
        </p:nvSpPr>
        <p:spPr/>
        <p:txBody>
          <a:bodyPr/>
          <a:lstStyle/>
          <a:p>
            <a:fld id="{8C2E478F-E849-4A8C-AF1F-CBCC78A7CBFA}" type="slidenum">
              <a:rPr lang="en-US" smtClean="0"/>
              <a:t>3</a:t>
            </a:fld>
            <a:endParaRPr lang="en-US" dirty="0"/>
          </a:p>
        </p:txBody>
      </p:sp>
      <p:sp>
        <p:nvSpPr>
          <p:cNvPr id="5" name="TextBox 4">
            <a:extLst>
              <a:ext uri="{FF2B5EF4-FFF2-40B4-BE49-F238E27FC236}">
                <a16:creationId xmlns:a16="http://schemas.microsoft.com/office/drawing/2014/main" id="{FB42A238-E959-0717-BA28-732F13E3F9EC}"/>
              </a:ext>
            </a:extLst>
          </p:cNvPr>
          <p:cNvSpPr txBox="1"/>
          <p:nvPr/>
        </p:nvSpPr>
        <p:spPr>
          <a:xfrm>
            <a:off x="220807" y="1591704"/>
            <a:ext cx="6094268" cy="369332"/>
          </a:xfrm>
          <a:prstGeom prst="rect">
            <a:avLst/>
          </a:prstGeom>
          <a:noFill/>
        </p:spPr>
        <p:txBody>
          <a:bodyPr wrap="square">
            <a:spAutoFit/>
          </a:bodyPr>
          <a:lstStyle/>
          <a:p>
            <a:pPr algn="l"/>
            <a:r>
              <a:rPr lang="en-US" b="1" i="0" dirty="0">
                <a:effectLst/>
                <a:latin typeface="Noto Sans" panose="020B0502040504020204" pitchFamily="34" charset="0"/>
              </a:rPr>
              <a:t>Making a Kali Bootable USB Drive on Windows</a:t>
            </a:r>
          </a:p>
        </p:txBody>
      </p:sp>
      <p:sp>
        <p:nvSpPr>
          <p:cNvPr id="6" name="TextBox 5">
            <a:extLst>
              <a:ext uri="{FF2B5EF4-FFF2-40B4-BE49-F238E27FC236}">
                <a16:creationId xmlns:a16="http://schemas.microsoft.com/office/drawing/2014/main" id="{CBFE21C3-35C0-BDB3-C4A8-4EEE829D80A2}"/>
              </a:ext>
            </a:extLst>
          </p:cNvPr>
          <p:cNvSpPr txBox="1"/>
          <p:nvPr/>
        </p:nvSpPr>
        <p:spPr>
          <a:xfrm>
            <a:off x="220807" y="2264998"/>
            <a:ext cx="11772409" cy="4001095"/>
          </a:xfrm>
          <a:prstGeom prst="rect">
            <a:avLst/>
          </a:prstGeom>
          <a:noFill/>
        </p:spPr>
        <p:txBody>
          <a:bodyPr wrap="square">
            <a:spAutoFit/>
          </a:bodyPr>
          <a:lstStyle/>
          <a:p>
            <a:pPr algn="l"/>
            <a:r>
              <a:rPr lang="en-US" b="1" i="0" u="none" strike="noStrike" dirty="0">
                <a:solidFill>
                  <a:srgbClr val="3A3838"/>
                </a:solidFill>
                <a:effectLst/>
                <a:hlinkClick r:id="rId2">
                  <a:extLst>
                    <a:ext uri="{A12FA001-AC4F-418D-AE19-62706E023703}">
                      <ahyp:hlinkClr xmlns:ahyp="http://schemas.microsoft.com/office/drawing/2018/hyperlinkcolor" val="tx"/>
                    </a:ext>
                  </a:extLst>
                </a:hlinkClick>
              </a:rPr>
              <a:t>What You’ll </a:t>
            </a:r>
            <a:r>
              <a:rPr lang="en-US" b="1" i="0" u="none" strike="noStrike" dirty="0">
                <a:effectLst/>
                <a:hlinkClick r:id="rId2">
                  <a:extLst>
                    <a:ext uri="{A12FA001-AC4F-418D-AE19-62706E023703}">
                      <ahyp:hlinkClr xmlns:ahyp="http://schemas.microsoft.com/office/drawing/2018/hyperlinkcolor" val="tx"/>
                    </a:ext>
                  </a:extLst>
                </a:hlinkClick>
              </a:rPr>
              <a:t>Need</a:t>
            </a:r>
            <a:endParaRPr lang="en-US" u="none" strike="noStrike" dirty="0"/>
          </a:p>
          <a:p>
            <a:pPr algn="l"/>
            <a:endParaRPr lang="en-US" b="0" i="0" dirty="0">
              <a:effectLst/>
            </a:endParaRPr>
          </a:p>
          <a:p>
            <a:pPr algn="l"/>
            <a:r>
              <a:rPr lang="en-US" b="0" i="0" dirty="0">
                <a:effectLst/>
              </a:rPr>
              <a:t> 1.A verified copy of the appropriate ISO image of the latest Kali build image for the system you’ll be running it on.</a:t>
            </a:r>
          </a:p>
          <a:p>
            <a:pPr algn="l"/>
            <a:endParaRPr lang="en-US" b="0" i="0" dirty="0">
              <a:effectLst/>
            </a:endParaRPr>
          </a:p>
          <a:p>
            <a:pPr algn="l"/>
            <a:r>
              <a:rPr lang="en-US" b="0" i="0" dirty="0">
                <a:effectLst/>
              </a:rPr>
              <a:t>2. If you’re running under Windows, there is not one tool that is considered the overall best for imaging. We recommend Etcher (installer or portable) as it is simpler to use, however Rufus is another popular option with its advance options. If one does not work for you, consider the other.</a:t>
            </a:r>
          </a:p>
          <a:p>
            <a:pPr algn="l"/>
            <a:endParaRPr lang="en-US" b="0" i="0" dirty="0">
              <a:effectLst/>
            </a:endParaRPr>
          </a:p>
          <a:p>
            <a:pPr algn="l"/>
            <a:r>
              <a:rPr lang="en-US" b="0" i="0" dirty="0">
                <a:effectLst/>
              </a:rPr>
              <a:t>3. A USB drive, 8GB or larger (Systems with a direct SD card slot can use an SD card with similar capacity. The procedure is identical.)</a:t>
            </a:r>
          </a:p>
          <a:p>
            <a:pPr algn="l"/>
            <a:r>
              <a:rPr lang="en-US" b="1" i="0" dirty="0">
                <a:effectLst/>
              </a:rPr>
              <a:t>Note :</a:t>
            </a:r>
          </a:p>
          <a:p>
            <a:pPr algn="l"/>
            <a:r>
              <a:rPr lang="en-US" b="0" i="0" dirty="0">
                <a:effectLst/>
              </a:rPr>
              <a:t>During this procedure, you might see some warnings telling you that Kali Linux contains malware, trojan, virus or whatever. This message usually comes from Windows Defender or USB Defender, or a third-party antivirus. Those warnings are expected: Kali Linux is packed with </a:t>
            </a:r>
            <a:r>
              <a:rPr lang="en-US" b="0" i="0" dirty="0" err="1">
                <a:effectLst/>
              </a:rPr>
              <a:t>pentesting</a:t>
            </a:r>
            <a:r>
              <a:rPr lang="en-US" b="0" i="0" dirty="0">
                <a:effectLst/>
              </a:rPr>
              <a:t> tools that are likely to be flagged as malware. Just ignore the warnings</a:t>
            </a:r>
          </a:p>
        </p:txBody>
      </p:sp>
    </p:spTree>
    <p:extLst>
      <p:ext uri="{BB962C8B-B14F-4D97-AF65-F5344CB8AC3E}">
        <p14:creationId xmlns:p14="http://schemas.microsoft.com/office/powerpoint/2010/main" val="1642859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39BD-1390-80D8-8F6A-E9A5C318C7AF}"/>
              </a:ext>
            </a:extLst>
          </p:cNvPr>
          <p:cNvSpPr>
            <a:spLocks noGrp="1"/>
          </p:cNvSpPr>
          <p:nvPr>
            <p:ph type="title"/>
          </p:nvPr>
        </p:nvSpPr>
        <p:spPr/>
        <p:txBody>
          <a:bodyPr/>
          <a:lstStyle/>
          <a:p>
            <a:r>
              <a:rPr lang="en-IN" dirty="0"/>
              <a:t>Lab experiment – 7</a:t>
            </a:r>
            <a:br>
              <a:rPr lang="en-IN" dirty="0"/>
            </a:br>
            <a:r>
              <a:rPr lang="en-IN" sz="2800" dirty="0"/>
              <a:t>Reset windows admin password</a:t>
            </a:r>
          </a:p>
        </p:txBody>
      </p:sp>
      <p:sp>
        <p:nvSpPr>
          <p:cNvPr id="3" name="Slide Number Placeholder 2">
            <a:extLst>
              <a:ext uri="{FF2B5EF4-FFF2-40B4-BE49-F238E27FC236}">
                <a16:creationId xmlns:a16="http://schemas.microsoft.com/office/drawing/2014/main" id="{7CCC66A9-3BC5-FCFA-A6CD-2638BAE12184}"/>
              </a:ext>
            </a:extLst>
          </p:cNvPr>
          <p:cNvSpPr>
            <a:spLocks noGrp="1"/>
          </p:cNvSpPr>
          <p:nvPr>
            <p:ph type="sldNum" sz="quarter" idx="11"/>
          </p:nvPr>
        </p:nvSpPr>
        <p:spPr/>
        <p:txBody>
          <a:bodyPr/>
          <a:lstStyle/>
          <a:p>
            <a:fld id="{8C2E478F-E849-4A8C-AF1F-CBCC78A7CBFA}" type="slidenum">
              <a:rPr lang="en-US" smtClean="0"/>
              <a:t>4</a:t>
            </a:fld>
            <a:endParaRPr lang="en-US" dirty="0"/>
          </a:p>
        </p:txBody>
      </p:sp>
      <p:sp>
        <p:nvSpPr>
          <p:cNvPr id="5" name="TextBox 4">
            <a:extLst>
              <a:ext uri="{FF2B5EF4-FFF2-40B4-BE49-F238E27FC236}">
                <a16:creationId xmlns:a16="http://schemas.microsoft.com/office/drawing/2014/main" id="{FB42A238-E959-0717-BA28-732F13E3F9EC}"/>
              </a:ext>
            </a:extLst>
          </p:cNvPr>
          <p:cNvSpPr txBox="1"/>
          <p:nvPr/>
        </p:nvSpPr>
        <p:spPr>
          <a:xfrm>
            <a:off x="220807" y="1518968"/>
            <a:ext cx="6094268" cy="369332"/>
          </a:xfrm>
          <a:prstGeom prst="rect">
            <a:avLst/>
          </a:prstGeom>
          <a:noFill/>
        </p:spPr>
        <p:txBody>
          <a:bodyPr wrap="square">
            <a:spAutoFit/>
          </a:bodyPr>
          <a:lstStyle/>
          <a:p>
            <a:pPr algn="l"/>
            <a:r>
              <a:rPr lang="en-US" b="1" i="0" dirty="0">
                <a:effectLst/>
                <a:latin typeface="Noto Sans" panose="020B0502040504020204" pitchFamily="34" charset="0"/>
              </a:rPr>
              <a:t>Making a Kali Bootable USB Drive on Windows</a:t>
            </a:r>
          </a:p>
        </p:txBody>
      </p:sp>
      <p:sp>
        <p:nvSpPr>
          <p:cNvPr id="9" name="Rectangle 3">
            <a:extLst>
              <a:ext uri="{FF2B5EF4-FFF2-40B4-BE49-F238E27FC236}">
                <a16:creationId xmlns:a16="http://schemas.microsoft.com/office/drawing/2014/main" id="{FE101DEF-B464-7C91-548A-596638995C48}"/>
              </a:ext>
            </a:extLst>
          </p:cNvPr>
          <p:cNvSpPr>
            <a:spLocks noChangeArrowheads="1"/>
          </p:cNvSpPr>
          <p:nvPr/>
        </p:nvSpPr>
        <p:spPr bwMode="auto">
          <a:xfrm>
            <a:off x="155601" y="1908833"/>
            <a:ext cx="11393668" cy="34317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1. Plug your USB drive into an available USB port on your Windows PC, note which drive designator (e.g. “G:\”)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it uses once it mounts, and launch Rufus.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2. With Device, check the dropdown list of options for the USB drive (e.g. “G:\” and size).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3. Boot selection needs to point to point to the Kali Linux ISO file, which can be done by clicking the SELECT button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4. Depending on your configuration, you can set the Partition scheme, as well as Target system. If you are not sure, leave it as the default values.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p:txBody>
      </p:sp>
      <p:sp>
        <p:nvSpPr>
          <p:cNvPr id="11" name="TextBox 10">
            <a:extLst>
              <a:ext uri="{FF2B5EF4-FFF2-40B4-BE49-F238E27FC236}">
                <a16:creationId xmlns:a16="http://schemas.microsoft.com/office/drawing/2014/main" id="{EA218317-F9A4-E1C8-7874-7D1B2F0D5CAB}"/>
              </a:ext>
            </a:extLst>
          </p:cNvPr>
          <p:cNvSpPr txBox="1"/>
          <p:nvPr/>
        </p:nvSpPr>
        <p:spPr>
          <a:xfrm>
            <a:off x="75334" y="5228382"/>
            <a:ext cx="11263256" cy="1508105"/>
          </a:xfrm>
          <a:prstGeom prst="rect">
            <a:avLst/>
          </a:prstGeom>
          <a:noFill/>
        </p:spPr>
        <p:txBody>
          <a:bodyPr wrap="square">
            <a:spAutoFit/>
          </a:bodyPr>
          <a:lstStyle/>
          <a:p>
            <a:r>
              <a:rPr lang="en-US" sz="2000" b="1" dirty="0"/>
              <a:t>Note : </a:t>
            </a:r>
          </a:p>
          <a:p>
            <a:r>
              <a:rPr lang="en-US" dirty="0"/>
              <a:t>While you can easily create a persistent live </a:t>
            </a:r>
            <a:r>
              <a:rPr lang="en-US" dirty="0" err="1"/>
              <a:t>usb</a:t>
            </a:r>
            <a:r>
              <a:rPr lang="en-US" dirty="0"/>
              <a:t> with the integrated options in Rufus by increasing the persistence slider, this is not the officially supported method (check Adding Persistence to a Kali Linux Live USB Drive), as it doesn’t work for all images, like the Kali Everything Live ISO introduced in release 2022.1.</a:t>
            </a:r>
          </a:p>
          <a:p>
            <a:endParaRPr lang="en-IN" dirty="0"/>
          </a:p>
        </p:txBody>
      </p:sp>
    </p:spTree>
    <p:extLst>
      <p:ext uri="{BB962C8B-B14F-4D97-AF65-F5344CB8AC3E}">
        <p14:creationId xmlns:p14="http://schemas.microsoft.com/office/powerpoint/2010/main" val="1674957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39BD-1390-80D8-8F6A-E9A5C318C7AF}"/>
              </a:ext>
            </a:extLst>
          </p:cNvPr>
          <p:cNvSpPr>
            <a:spLocks noGrp="1"/>
          </p:cNvSpPr>
          <p:nvPr>
            <p:ph type="title"/>
          </p:nvPr>
        </p:nvSpPr>
        <p:spPr/>
        <p:txBody>
          <a:bodyPr/>
          <a:lstStyle/>
          <a:p>
            <a:r>
              <a:rPr lang="en-IN" dirty="0"/>
              <a:t>Lab experiment – 7</a:t>
            </a:r>
            <a:br>
              <a:rPr lang="en-IN" dirty="0"/>
            </a:br>
            <a:r>
              <a:rPr lang="en-IN" sz="2800" dirty="0"/>
              <a:t>Reset windows admin password</a:t>
            </a:r>
          </a:p>
        </p:txBody>
      </p:sp>
      <p:sp>
        <p:nvSpPr>
          <p:cNvPr id="3" name="Slide Number Placeholder 2">
            <a:extLst>
              <a:ext uri="{FF2B5EF4-FFF2-40B4-BE49-F238E27FC236}">
                <a16:creationId xmlns:a16="http://schemas.microsoft.com/office/drawing/2014/main" id="{7CCC66A9-3BC5-FCFA-A6CD-2638BAE12184}"/>
              </a:ext>
            </a:extLst>
          </p:cNvPr>
          <p:cNvSpPr>
            <a:spLocks noGrp="1"/>
          </p:cNvSpPr>
          <p:nvPr>
            <p:ph type="sldNum" sz="quarter" idx="11"/>
          </p:nvPr>
        </p:nvSpPr>
        <p:spPr/>
        <p:txBody>
          <a:bodyPr/>
          <a:lstStyle/>
          <a:p>
            <a:fld id="{8C2E478F-E849-4A8C-AF1F-CBCC78A7CBFA}" type="slidenum">
              <a:rPr lang="en-US" smtClean="0"/>
              <a:t>5</a:t>
            </a:fld>
            <a:endParaRPr lang="en-US" dirty="0"/>
          </a:p>
        </p:txBody>
      </p:sp>
      <p:sp>
        <p:nvSpPr>
          <p:cNvPr id="5" name="TextBox 4">
            <a:extLst>
              <a:ext uri="{FF2B5EF4-FFF2-40B4-BE49-F238E27FC236}">
                <a16:creationId xmlns:a16="http://schemas.microsoft.com/office/drawing/2014/main" id="{FB42A238-E959-0717-BA28-732F13E3F9EC}"/>
              </a:ext>
            </a:extLst>
          </p:cNvPr>
          <p:cNvSpPr txBox="1"/>
          <p:nvPr/>
        </p:nvSpPr>
        <p:spPr>
          <a:xfrm>
            <a:off x="220807" y="1518968"/>
            <a:ext cx="6094268" cy="369332"/>
          </a:xfrm>
          <a:prstGeom prst="rect">
            <a:avLst/>
          </a:prstGeom>
          <a:noFill/>
        </p:spPr>
        <p:txBody>
          <a:bodyPr wrap="square">
            <a:spAutoFit/>
          </a:bodyPr>
          <a:lstStyle/>
          <a:p>
            <a:pPr algn="l"/>
            <a:r>
              <a:rPr lang="en-US" b="1" i="0" dirty="0">
                <a:effectLst/>
                <a:latin typeface="Noto Sans" panose="020B0502040504020204" pitchFamily="34" charset="0"/>
              </a:rPr>
              <a:t>Making a Kali Bootable USB Drive on Windows</a:t>
            </a:r>
          </a:p>
        </p:txBody>
      </p:sp>
      <p:sp>
        <p:nvSpPr>
          <p:cNvPr id="6" name="TextBox 5">
            <a:extLst>
              <a:ext uri="{FF2B5EF4-FFF2-40B4-BE49-F238E27FC236}">
                <a16:creationId xmlns:a16="http://schemas.microsoft.com/office/drawing/2014/main" id="{3E6C60A6-A310-2E63-C0FE-BB0146BD83CA}"/>
              </a:ext>
            </a:extLst>
          </p:cNvPr>
          <p:cNvSpPr txBox="1"/>
          <p:nvPr/>
        </p:nvSpPr>
        <p:spPr>
          <a:xfrm>
            <a:off x="220807" y="1997425"/>
            <a:ext cx="6094268" cy="369332"/>
          </a:xfrm>
          <a:prstGeom prst="rect">
            <a:avLst/>
          </a:prstGeom>
          <a:noFill/>
        </p:spPr>
        <p:txBody>
          <a:bodyPr wrap="square">
            <a:spAutoFit/>
          </a:bodyPr>
          <a:lstStyle/>
          <a:p>
            <a:r>
              <a:rPr lang="en-IN" dirty="0"/>
              <a:t>5. Click the START button once ready.</a:t>
            </a:r>
          </a:p>
        </p:txBody>
      </p:sp>
      <p:pic>
        <p:nvPicPr>
          <p:cNvPr id="8" name="Picture 7">
            <a:extLst>
              <a:ext uri="{FF2B5EF4-FFF2-40B4-BE49-F238E27FC236}">
                <a16:creationId xmlns:a16="http://schemas.microsoft.com/office/drawing/2014/main" id="{32D77E04-23BE-3E8B-C079-154E01AB757E}"/>
              </a:ext>
            </a:extLst>
          </p:cNvPr>
          <p:cNvPicPr>
            <a:picLocks noChangeAspect="1"/>
          </p:cNvPicPr>
          <p:nvPr/>
        </p:nvPicPr>
        <p:blipFill>
          <a:blip r:embed="rId2"/>
          <a:stretch>
            <a:fillRect/>
          </a:stretch>
        </p:blipFill>
        <p:spPr>
          <a:xfrm>
            <a:off x="198783" y="2405950"/>
            <a:ext cx="4661190" cy="4354717"/>
          </a:xfrm>
          <a:prstGeom prst="rect">
            <a:avLst/>
          </a:prstGeom>
        </p:spPr>
      </p:pic>
    </p:spTree>
    <p:extLst>
      <p:ext uri="{BB962C8B-B14F-4D97-AF65-F5344CB8AC3E}">
        <p14:creationId xmlns:p14="http://schemas.microsoft.com/office/powerpoint/2010/main" val="3385979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39BD-1390-80D8-8F6A-E9A5C318C7AF}"/>
              </a:ext>
            </a:extLst>
          </p:cNvPr>
          <p:cNvSpPr>
            <a:spLocks noGrp="1"/>
          </p:cNvSpPr>
          <p:nvPr>
            <p:ph type="title"/>
          </p:nvPr>
        </p:nvSpPr>
        <p:spPr/>
        <p:txBody>
          <a:bodyPr/>
          <a:lstStyle/>
          <a:p>
            <a:r>
              <a:rPr lang="en-IN" dirty="0"/>
              <a:t>Lab experiment – 7</a:t>
            </a:r>
            <a:br>
              <a:rPr lang="en-IN" dirty="0"/>
            </a:br>
            <a:r>
              <a:rPr lang="en-IN" sz="2800" dirty="0"/>
              <a:t>Reset windows admin password</a:t>
            </a:r>
          </a:p>
        </p:txBody>
      </p:sp>
      <p:sp>
        <p:nvSpPr>
          <p:cNvPr id="3" name="Slide Number Placeholder 2">
            <a:extLst>
              <a:ext uri="{FF2B5EF4-FFF2-40B4-BE49-F238E27FC236}">
                <a16:creationId xmlns:a16="http://schemas.microsoft.com/office/drawing/2014/main" id="{7CCC66A9-3BC5-FCFA-A6CD-2638BAE12184}"/>
              </a:ext>
            </a:extLst>
          </p:cNvPr>
          <p:cNvSpPr>
            <a:spLocks noGrp="1"/>
          </p:cNvSpPr>
          <p:nvPr>
            <p:ph type="sldNum" sz="quarter" idx="11"/>
          </p:nvPr>
        </p:nvSpPr>
        <p:spPr/>
        <p:txBody>
          <a:bodyPr/>
          <a:lstStyle/>
          <a:p>
            <a:fld id="{8C2E478F-E849-4A8C-AF1F-CBCC78A7CBFA}" type="slidenum">
              <a:rPr lang="en-US" smtClean="0"/>
              <a:t>6</a:t>
            </a:fld>
            <a:endParaRPr lang="en-US" dirty="0"/>
          </a:p>
        </p:txBody>
      </p:sp>
      <p:sp>
        <p:nvSpPr>
          <p:cNvPr id="5" name="TextBox 4">
            <a:extLst>
              <a:ext uri="{FF2B5EF4-FFF2-40B4-BE49-F238E27FC236}">
                <a16:creationId xmlns:a16="http://schemas.microsoft.com/office/drawing/2014/main" id="{FB42A238-E959-0717-BA28-732F13E3F9EC}"/>
              </a:ext>
            </a:extLst>
          </p:cNvPr>
          <p:cNvSpPr txBox="1"/>
          <p:nvPr/>
        </p:nvSpPr>
        <p:spPr>
          <a:xfrm>
            <a:off x="220807" y="1518968"/>
            <a:ext cx="6094268" cy="369332"/>
          </a:xfrm>
          <a:prstGeom prst="rect">
            <a:avLst/>
          </a:prstGeom>
          <a:noFill/>
        </p:spPr>
        <p:txBody>
          <a:bodyPr wrap="square">
            <a:spAutoFit/>
          </a:bodyPr>
          <a:lstStyle/>
          <a:p>
            <a:pPr algn="l"/>
            <a:r>
              <a:rPr lang="en-US" b="1" i="0" dirty="0">
                <a:effectLst/>
                <a:latin typeface="Noto Sans" panose="020B0502040504020204" pitchFamily="34" charset="0"/>
              </a:rPr>
              <a:t>Making a Kali Bootable USB Drive on Windows</a:t>
            </a:r>
          </a:p>
        </p:txBody>
      </p:sp>
      <p:sp>
        <p:nvSpPr>
          <p:cNvPr id="10" name="TextBox 9">
            <a:extLst>
              <a:ext uri="{FF2B5EF4-FFF2-40B4-BE49-F238E27FC236}">
                <a16:creationId xmlns:a16="http://schemas.microsoft.com/office/drawing/2014/main" id="{7C117642-5F78-DE26-D85F-EF839B8848D3}"/>
              </a:ext>
            </a:extLst>
          </p:cNvPr>
          <p:cNvSpPr txBox="1"/>
          <p:nvPr/>
        </p:nvSpPr>
        <p:spPr>
          <a:xfrm>
            <a:off x="0" y="1888300"/>
            <a:ext cx="12192000" cy="646331"/>
          </a:xfrm>
          <a:prstGeom prst="rect">
            <a:avLst/>
          </a:prstGeom>
          <a:noFill/>
        </p:spPr>
        <p:txBody>
          <a:bodyPr wrap="square">
            <a:spAutoFit/>
          </a:bodyPr>
          <a:lstStyle/>
          <a:p>
            <a:r>
              <a:rPr lang="en-IN" dirty="0"/>
              <a:t>6. You may get a prompt saying about </a:t>
            </a:r>
            <a:r>
              <a:rPr lang="en-IN" dirty="0" err="1"/>
              <a:t>ISOHybird</a:t>
            </a:r>
            <a:r>
              <a:rPr lang="en-IN" dirty="0"/>
              <a:t> image. Selecting ISO image, will allow you to edit the files from the Kali Linux ISO, but at the potential lose of hardware compatibility. As a result, we recommend selecting DD Image.</a:t>
            </a:r>
          </a:p>
        </p:txBody>
      </p:sp>
      <p:pic>
        <p:nvPicPr>
          <p:cNvPr id="12" name="Picture 11">
            <a:extLst>
              <a:ext uri="{FF2B5EF4-FFF2-40B4-BE49-F238E27FC236}">
                <a16:creationId xmlns:a16="http://schemas.microsoft.com/office/drawing/2014/main" id="{61E9DA61-8E86-7AA0-BFC5-8A9FAA65A3DA}"/>
              </a:ext>
            </a:extLst>
          </p:cNvPr>
          <p:cNvPicPr>
            <a:picLocks noChangeAspect="1"/>
          </p:cNvPicPr>
          <p:nvPr/>
        </p:nvPicPr>
        <p:blipFill>
          <a:blip r:embed="rId2"/>
          <a:stretch>
            <a:fillRect/>
          </a:stretch>
        </p:blipFill>
        <p:spPr>
          <a:xfrm>
            <a:off x="220807" y="2569261"/>
            <a:ext cx="5219700" cy="2571750"/>
          </a:xfrm>
          <a:prstGeom prst="rect">
            <a:avLst/>
          </a:prstGeom>
        </p:spPr>
      </p:pic>
      <p:sp>
        <p:nvSpPr>
          <p:cNvPr id="14" name="TextBox 13">
            <a:extLst>
              <a:ext uri="{FF2B5EF4-FFF2-40B4-BE49-F238E27FC236}">
                <a16:creationId xmlns:a16="http://schemas.microsoft.com/office/drawing/2014/main" id="{D6370DC3-6362-1D74-98B4-65EA0EA4A896}"/>
              </a:ext>
            </a:extLst>
          </p:cNvPr>
          <p:cNvSpPr txBox="1"/>
          <p:nvPr/>
        </p:nvSpPr>
        <p:spPr>
          <a:xfrm>
            <a:off x="17317" y="5360307"/>
            <a:ext cx="11676783" cy="923330"/>
          </a:xfrm>
          <a:prstGeom prst="rect">
            <a:avLst/>
          </a:prstGeom>
          <a:noFill/>
        </p:spPr>
        <p:txBody>
          <a:bodyPr wrap="square">
            <a:spAutoFit/>
          </a:bodyPr>
          <a:lstStyle/>
          <a:p>
            <a:r>
              <a:rPr lang="en-IN" dirty="0"/>
              <a:t>Note: If you select “DD Image” option, you can create another partition on the USB drive, allowing you to use the rest of the space. Start -&gt; Run (Windows + R) -&gt; </a:t>
            </a:r>
            <a:r>
              <a:rPr lang="en-IN" dirty="0" err="1"/>
              <a:t>diskmgmt.msc</a:t>
            </a:r>
            <a:r>
              <a:rPr lang="en-IN" dirty="0"/>
              <a:t> -&gt; Locate the USB drive -&gt; Right-click in “Unallocated” -&gt; New Simple Volume -&gt; Follow the rest of the wizard with next, next, next…</a:t>
            </a:r>
          </a:p>
        </p:txBody>
      </p:sp>
      <p:pic>
        <p:nvPicPr>
          <p:cNvPr id="16" name="Picture 15">
            <a:extLst>
              <a:ext uri="{FF2B5EF4-FFF2-40B4-BE49-F238E27FC236}">
                <a16:creationId xmlns:a16="http://schemas.microsoft.com/office/drawing/2014/main" id="{65918687-C0CA-B0CD-6A8C-E298A6DEDD29}"/>
              </a:ext>
            </a:extLst>
          </p:cNvPr>
          <p:cNvPicPr>
            <a:picLocks noChangeAspect="1"/>
          </p:cNvPicPr>
          <p:nvPr/>
        </p:nvPicPr>
        <p:blipFill>
          <a:blip r:embed="rId3"/>
          <a:stretch>
            <a:fillRect/>
          </a:stretch>
        </p:blipFill>
        <p:spPr>
          <a:xfrm>
            <a:off x="5642264" y="2603892"/>
            <a:ext cx="5629707" cy="2537119"/>
          </a:xfrm>
          <a:prstGeom prst="rect">
            <a:avLst/>
          </a:prstGeom>
        </p:spPr>
      </p:pic>
    </p:spTree>
    <p:extLst>
      <p:ext uri="{BB962C8B-B14F-4D97-AF65-F5344CB8AC3E}">
        <p14:creationId xmlns:p14="http://schemas.microsoft.com/office/powerpoint/2010/main" val="1894795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39BD-1390-80D8-8F6A-E9A5C318C7AF}"/>
              </a:ext>
            </a:extLst>
          </p:cNvPr>
          <p:cNvSpPr>
            <a:spLocks noGrp="1"/>
          </p:cNvSpPr>
          <p:nvPr>
            <p:ph type="title"/>
          </p:nvPr>
        </p:nvSpPr>
        <p:spPr/>
        <p:txBody>
          <a:bodyPr/>
          <a:lstStyle/>
          <a:p>
            <a:r>
              <a:rPr lang="en-IN" dirty="0"/>
              <a:t>Lab experiment – 7</a:t>
            </a:r>
            <a:br>
              <a:rPr lang="en-IN" dirty="0"/>
            </a:br>
            <a:r>
              <a:rPr lang="en-IN" sz="2800" dirty="0"/>
              <a:t>Reset windows admin password</a:t>
            </a:r>
          </a:p>
        </p:txBody>
      </p:sp>
      <p:sp>
        <p:nvSpPr>
          <p:cNvPr id="3" name="Slide Number Placeholder 2">
            <a:extLst>
              <a:ext uri="{FF2B5EF4-FFF2-40B4-BE49-F238E27FC236}">
                <a16:creationId xmlns:a16="http://schemas.microsoft.com/office/drawing/2014/main" id="{7CCC66A9-3BC5-FCFA-A6CD-2638BAE12184}"/>
              </a:ext>
            </a:extLst>
          </p:cNvPr>
          <p:cNvSpPr>
            <a:spLocks noGrp="1"/>
          </p:cNvSpPr>
          <p:nvPr>
            <p:ph type="sldNum" sz="quarter" idx="11"/>
          </p:nvPr>
        </p:nvSpPr>
        <p:spPr/>
        <p:txBody>
          <a:bodyPr/>
          <a:lstStyle/>
          <a:p>
            <a:fld id="{8C2E478F-E849-4A8C-AF1F-CBCC78A7CBFA}" type="slidenum">
              <a:rPr lang="en-US" smtClean="0"/>
              <a:t>7</a:t>
            </a:fld>
            <a:endParaRPr lang="en-US" dirty="0"/>
          </a:p>
        </p:txBody>
      </p:sp>
      <p:sp>
        <p:nvSpPr>
          <p:cNvPr id="5" name="TextBox 4">
            <a:extLst>
              <a:ext uri="{FF2B5EF4-FFF2-40B4-BE49-F238E27FC236}">
                <a16:creationId xmlns:a16="http://schemas.microsoft.com/office/drawing/2014/main" id="{FB42A238-E959-0717-BA28-732F13E3F9EC}"/>
              </a:ext>
            </a:extLst>
          </p:cNvPr>
          <p:cNvSpPr txBox="1"/>
          <p:nvPr/>
        </p:nvSpPr>
        <p:spPr>
          <a:xfrm>
            <a:off x="220807" y="1518968"/>
            <a:ext cx="6094268" cy="369332"/>
          </a:xfrm>
          <a:prstGeom prst="rect">
            <a:avLst/>
          </a:prstGeom>
          <a:noFill/>
        </p:spPr>
        <p:txBody>
          <a:bodyPr wrap="square">
            <a:spAutoFit/>
          </a:bodyPr>
          <a:lstStyle/>
          <a:p>
            <a:pPr algn="l"/>
            <a:r>
              <a:rPr lang="en-US" b="1" i="0" dirty="0">
                <a:effectLst/>
                <a:latin typeface="Noto Sans" panose="020B0502040504020204" pitchFamily="34" charset="0"/>
              </a:rPr>
              <a:t>Making a Kali Bootable USB Drive on Windows</a:t>
            </a:r>
          </a:p>
        </p:txBody>
      </p:sp>
      <p:sp>
        <p:nvSpPr>
          <p:cNvPr id="6" name="TextBox 5">
            <a:extLst>
              <a:ext uri="{FF2B5EF4-FFF2-40B4-BE49-F238E27FC236}">
                <a16:creationId xmlns:a16="http://schemas.microsoft.com/office/drawing/2014/main" id="{0233D591-7107-7AA2-88FD-05FB562B900F}"/>
              </a:ext>
            </a:extLst>
          </p:cNvPr>
          <p:cNvSpPr txBox="1"/>
          <p:nvPr/>
        </p:nvSpPr>
        <p:spPr>
          <a:xfrm>
            <a:off x="135759" y="1970558"/>
            <a:ext cx="11920481" cy="4862870"/>
          </a:xfrm>
          <a:prstGeom prst="rect">
            <a:avLst/>
          </a:prstGeom>
          <a:noFill/>
        </p:spPr>
        <p:txBody>
          <a:bodyPr wrap="square">
            <a:spAutoFit/>
          </a:bodyPr>
          <a:lstStyle/>
          <a:p>
            <a:r>
              <a:rPr lang="en-IN" sz="2000" b="1" dirty="0"/>
              <a:t>Booting A USB Drive In Windows</a:t>
            </a:r>
          </a:p>
          <a:p>
            <a:endParaRPr lang="en-IN" sz="2000" b="1" dirty="0"/>
          </a:p>
          <a:p>
            <a:r>
              <a:rPr lang="en-IN" dirty="0"/>
              <a:t>Depending on the system (such as BIOS or UEFI), as well as the version of Windows, and how they are each configured, you may need to re-image the USB drive.</a:t>
            </a:r>
          </a:p>
          <a:p>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Master Boot Record (MBR) is often used on legacy systems that use BIOS as well as UEFI which has Compatibility Support Module (CSM) enabled</a:t>
            </a:r>
          </a:p>
          <a:p>
            <a:pPr marL="285750" indent="-285750">
              <a:buFont typeface="Arial" panose="020B0604020202020204" pitchFamily="34" charset="0"/>
              <a:buChar char="•"/>
            </a:pPr>
            <a:r>
              <a:rPr lang="en-IN" dirty="0"/>
              <a:t>GUID Partition Table (GPT) is required where UEFI has CSM disabled, forcing to use the modern standard</a:t>
            </a:r>
          </a:p>
          <a:p>
            <a:pPr marL="285750" indent="-285750">
              <a:buFont typeface="Arial" panose="020B0604020202020204" pitchFamily="34" charset="0"/>
              <a:buChar char="•"/>
            </a:pPr>
            <a:endParaRPr lang="en-IN" dirty="0"/>
          </a:p>
          <a:p>
            <a:endParaRPr lang="en-IN" dirty="0"/>
          </a:p>
          <a:p>
            <a:r>
              <a:rPr lang="en-IN" dirty="0"/>
              <a:t>After writing the image to the USB drive, reboot Windows with the USB inserted. Depending on the motherboard manufacture, will also depend on the next stage. Some motherboard’s support a “temporary” boot menu, allowing for a one off selection. Others you need to enter BIOS/UEFI to configure it to try and boot from USB first. Entering either location, also depends on the motherboard. You can look up on the manufactures website and read the manual, try and read the screen when booting (however the text may be shown too quick or full logos used), or try common key combinations (such as ESC, F1, F2, F3, F4, F8, F10, F11, F12 or DEL).</a:t>
            </a:r>
          </a:p>
        </p:txBody>
      </p:sp>
    </p:spTree>
    <p:extLst>
      <p:ext uri="{BB962C8B-B14F-4D97-AF65-F5344CB8AC3E}">
        <p14:creationId xmlns:p14="http://schemas.microsoft.com/office/powerpoint/2010/main" val="3286517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39BD-1390-80D8-8F6A-E9A5C318C7AF}"/>
              </a:ext>
            </a:extLst>
          </p:cNvPr>
          <p:cNvSpPr>
            <a:spLocks noGrp="1"/>
          </p:cNvSpPr>
          <p:nvPr>
            <p:ph type="title"/>
          </p:nvPr>
        </p:nvSpPr>
        <p:spPr/>
        <p:txBody>
          <a:bodyPr/>
          <a:lstStyle/>
          <a:p>
            <a:r>
              <a:rPr lang="en-IN" dirty="0"/>
              <a:t>Lab experiment – 7</a:t>
            </a:r>
            <a:br>
              <a:rPr lang="en-IN" dirty="0"/>
            </a:br>
            <a:r>
              <a:rPr lang="en-IN" sz="2800" dirty="0"/>
              <a:t>Reset windows admin password</a:t>
            </a:r>
          </a:p>
        </p:txBody>
      </p:sp>
      <p:sp>
        <p:nvSpPr>
          <p:cNvPr id="3" name="Slide Number Placeholder 2">
            <a:extLst>
              <a:ext uri="{FF2B5EF4-FFF2-40B4-BE49-F238E27FC236}">
                <a16:creationId xmlns:a16="http://schemas.microsoft.com/office/drawing/2014/main" id="{7CCC66A9-3BC5-FCFA-A6CD-2638BAE12184}"/>
              </a:ext>
            </a:extLst>
          </p:cNvPr>
          <p:cNvSpPr>
            <a:spLocks noGrp="1"/>
          </p:cNvSpPr>
          <p:nvPr>
            <p:ph type="sldNum" sz="quarter" idx="11"/>
          </p:nvPr>
        </p:nvSpPr>
        <p:spPr/>
        <p:txBody>
          <a:bodyPr/>
          <a:lstStyle/>
          <a:p>
            <a:fld id="{8C2E478F-E849-4A8C-AF1F-CBCC78A7CBFA}" type="slidenum">
              <a:rPr lang="en-US" smtClean="0"/>
              <a:t>8</a:t>
            </a:fld>
            <a:endParaRPr lang="en-US" dirty="0"/>
          </a:p>
        </p:txBody>
      </p:sp>
      <p:sp>
        <p:nvSpPr>
          <p:cNvPr id="5" name="TextBox 4">
            <a:extLst>
              <a:ext uri="{FF2B5EF4-FFF2-40B4-BE49-F238E27FC236}">
                <a16:creationId xmlns:a16="http://schemas.microsoft.com/office/drawing/2014/main" id="{FB42A238-E959-0717-BA28-732F13E3F9EC}"/>
              </a:ext>
            </a:extLst>
          </p:cNvPr>
          <p:cNvSpPr txBox="1"/>
          <p:nvPr/>
        </p:nvSpPr>
        <p:spPr>
          <a:xfrm>
            <a:off x="220807" y="1591704"/>
            <a:ext cx="6094268" cy="646331"/>
          </a:xfrm>
          <a:prstGeom prst="rect">
            <a:avLst/>
          </a:prstGeom>
          <a:noFill/>
        </p:spPr>
        <p:txBody>
          <a:bodyPr wrap="square">
            <a:spAutoFit/>
          </a:bodyPr>
          <a:lstStyle/>
          <a:p>
            <a:r>
              <a:rPr lang="en-US" b="1" i="0" dirty="0">
                <a:effectLst/>
                <a:latin typeface="Noto Sans" panose="020B0502040504020204" pitchFamily="34" charset="0"/>
              </a:rPr>
              <a:t> </a:t>
            </a:r>
            <a:r>
              <a:rPr lang="en-US" b="1" i="0" dirty="0">
                <a:solidFill>
                  <a:srgbClr val="434343"/>
                </a:solidFill>
                <a:effectLst/>
                <a:latin typeface="verdana" panose="020B0604030504040204" pitchFamily="34" charset="0"/>
              </a:rPr>
              <a:t>Boot with Kali Linux USB</a:t>
            </a:r>
          </a:p>
          <a:p>
            <a:pPr algn="l"/>
            <a:endParaRPr lang="en-US" b="1" i="0" dirty="0">
              <a:effectLst/>
              <a:latin typeface="Noto Sans" panose="020B0502040504020204" pitchFamily="34" charset="0"/>
            </a:endParaRPr>
          </a:p>
        </p:txBody>
      </p:sp>
      <p:sp>
        <p:nvSpPr>
          <p:cNvPr id="7" name="TextBox 6">
            <a:extLst>
              <a:ext uri="{FF2B5EF4-FFF2-40B4-BE49-F238E27FC236}">
                <a16:creationId xmlns:a16="http://schemas.microsoft.com/office/drawing/2014/main" id="{A57D749F-ECDE-F875-E797-1A182C488C49}"/>
              </a:ext>
            </a:extLst>
          </p:cNvPr>
          <p:cNvSpPr txBox="1"/>
          <p:nvPr/>
        </p:nvSpPr>
        <p:spPr>
          <a:xfrm>
            <a:off x="127288" y="2031220"/>
            <a:ext cx="11772410" cy="1015663"/>
          </a:xfrm>
          <a:prstGeom prst="rect">
            <a:avLst/>
          </a:prstGeom>
          <a:noFill/>
        </p:spPr>
        <p:txBody>
          <a:bodyPr wrap="square">
            <a:spAutoFit/>
          </a:bodyPr>
          <a:lstStyle/>
          <a:p>
            <a:r>
              <a:rPr lang="en-IN" sz="2000" dirty="0"/>
              <a:t>Once you have a Kali Live USB, plug it into the USB port of your Windows 10 computer and boot from the USB. You may have to press a special key (e.g., Esc, F2, F12, Del, etc.) during bootup to get the computer to boot from the USB instead of its internal hard drive.</a:t>
            </a:r>
          </a:p>
        </p:txBody>
      </p:sp>
      <p:sp>
        <p:nvSpPr>
          <p:cNvPr id="9" name="TextBox 8">
            <a:extLst>
              <a:ext uri="{FF2B5EF4-FFF2-40B4-BE49-F238E27FC236}">
                <a16:creationId xmlns:a16="http://schemas.microsoft.com/office/drawing/2014/main" id="{812AE8D9-6F0A-7FDF-6E11-4928FA0BE359}"/>
              </a:ext>
            </a:extLst>
          </p:cNvPr>
          <p:cNvSpPr txBox="1"/>
          <p:nvPr/>
        </p:nvSpPr>
        <p:spPr>
          <a:xfrm>
            <a:off x="220807" y="3059668"/>
            <a:ext cx="6094268" cy="369332"/>
          </a:xfrm>
          <a:prstGeom prst="rect">
            <a:avLst/>
          </a:prstGeom>
          <a:noFill/>
        </p:spPr>
        <p:txBody>
          <a:bodyPr wrap="square">
            <a:spAutoFit/>
          </a:bodyPr>
          <a:lstStyle/>
          <a:p>
            <a:pPr algn="l"/>
            <a:r>
              <a:rPr lang="en-US" b="1" i="0" dirty="0">
                <a:solidFill>
                  <a:srgbClr val="434343"/>
                </a:solidFill>
                <a:effectLst/>
                <a:latin typeface="verdana" panose="020B0604030504040204" pitchFamily="34" charset="0"/>
              </a:rPr>
              <a:t>Reset Windows 10 Local Password</a:t>
            </a:r>
          </a:p>
        </p:txBody>
      </p:sp>
      <p:sp>
        <p:nvSpPr>
          <p:cNvPr id="11" name="TextBox 10">
            <a:extLst>
              <a:ext uri="{FF2B5EF4-FFF2-40B4-BE49-F238E27FC236}">
                <a16:creationId xmlns:a16="http://schemas.microsoft.com/office/drawing/2014/main" id="{C59D5C74-883E-8624-5530-A99FD9FAC27B}"/>
              </a:ext>
            </a:extLst>
          </p:cNvPr>
          <p:cNvSpPr txBox="1"/>
          <p:nvPr/>
        </p:nvSpPr>
        <p:spPr>
          <a:xfrm>
            <a:off x="220807" y="3394747"/>
            <a:ext cx="11843905" cy="369332"/>
          </a:xfrm>
          <a:prstGeom prst="rect">
            <a:avLst/>
          </a:prstGeom>
          <a:noFill/>
        </p:spPr>
        <p:txBody>
          <a:bodyPr wrap="square">
            <a:spAutoFit/>
          </a:bodyPr>
          <a:lstStyle/>
          <a:p>
            <a:r>
              <a:rPr lang="en-IN" dirty="0"/>
              <a:t>1. After booting from USB, you will see Kali Linux Boot Menu. Choose the 3rd option which is Live (forensic mode).</a:t>
            </a:r>
          </a:p>
        </p:txBody>
      </p:sp>
      <p:pic>
        <p:nvPicPr>
          <p:cNvPr id="2050" name="Picture 2">
            <a:extLst>
              <a:ext uri="{FF2B5EF4-FFF2-40B4-BE49-F238E27FC236}">
                <a16:creationId xmlns:a16="http://schemas.microsoft.com/office/drawing/2014/main" id="{699D4C83-5EDD-BF7E-DE2F-88587E75AA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519" y="3907489"/>
            <a:ext cx="8104910" cy="2717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855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39BD-1390-80D8-8F6A-E9A5C318C7AF}"/>
              </a:ext>
            </a:extLst>
          </p:cNvPr>
          <p:cNvSpPr>
            <a:spLocks noGrp="1"/>
          </p:cNvSpPr>
          <p:nvPr>
            <p:ph type="title"/>
          </p:nvPr>
        </p:nvSpPr>
        <p:spPr/>
        <p:txBody>
          <a:bodyPr/>
          <a:lstStyle/>
          <a:p>
            <a:r>
              <a:rPr lang="en-IN" dirty="0"/>
              <a:t>Lab experiment – 7</a:t>
            </a:r>
            <a:br>
              <a:rPr lang="en-IN" dirty="0"/>
            </a:br>
            <a:r>
              <a:rPr lang="en-IN" sz="2800" dirty="0"/>
              <a:t>Reset windows admin password</a:t>
            </a:r>
          </a:p>
        </p:txBody>
      </p:sp>
      <p:sp>
        <p:nvSpPr>
          <p:cNvPr id="3" name="Slide Number Placeholder 2">
            <a:extLst>
              <a:ext uri="{FF2B5EF4-FFF2-40B4-BE49-F238E27FC236}">
                <a16:creationId xmlns:a16="http://schemas.microsoft.com/office/drawing/2014/main" id="{7CCC66A9-3BC5-FCFA-A6CD-2638BAE12184}"/>
              </a:ext>
            </a:extLst>
          </p:cNvPr>
          <p:cNvSpPr>
            <a:spLocks noGrp="1"/>
          </p:cNvSpPr>
          <p:nvPr>
            <p:ph type="sldNum" sz="quarter" idx="11"/>
          </p:nvPr>
        </p:nvSpPr>
        <p:spPr/>
        <p:txBody>
          <a:bodyPr/>
          <a:lstStyle/>
          <a:p>
            <a:fld id="{8C2E478F-E849-4A8C-AF1F-CBCC78A7CBFA}" type="slidenum">
              <a:rPr lang="en-US" smtClean="0"/>
              <a:t>9</a:t>
            </a:fld>
            <a:endParaRPr lang="en-US" dirty="0"/>
          </a:p>
        </p:txBody>
      </p:sp>
      <p:sp>
        <p:nvSpPr>
          <p:cNvPr id="9" name="TextBox 8">
            <a:extLst>
              <a:ext uri="{FF2B5EF4-FFF2-40B4-BE49-F238E27FC236}">
                <a16:creationId xmlns:a16="http://schemas.microsoft.com/office/drawing/2014/main" id="{812AE8D9-6F0A-7FDF-6E11-4928FA0BE359}"/>
              </a:ext>
            </a:extLst>
          </p:cNvPr>
          <p:cNvSpPr txBox="1"/>
          <p:nvPr/>
        </p:nvSpPr>
        <p:spPr>
          <a:xfrm>
            <a:off x="220807" y="1591704"/>
            <a:ext cx="6094268" cy="369332"/>
          </a:xfrm>
          <a:prstGeom prst="rect">
            <a:avLst/>
          </a:prstGeom>
          <a:noFill/>
        </p:spPr>
        <p:txBody>
          <a:bodyPr wrap="square">
            <a:spAutoFit/>
          </a:bodyPr>
          <a:lstStyle/>
          <a:p>
            <a:pPr algn="l"/>
            <a:r>
              <a:rPr lang="en-US" b="1" i="0" dirty="0">
                <a:solidFill>
                  <a:srgbClr val="434343"/>
                </a:solidFill>
                <a:effectLst/>
                <a:latin typeface="verdana" panose="020B0604030504040204" pitchFamily="34" charset="0"/>
              </a:rPr>
              <a:t>Reset Windows 10 Local Password</a:t>
            </a:r>
          </a:p>
        </p:txBody>
      </p:sp>
      <p:sp>
        <p:nvSpPr>
          <p:cNvPr id="6" name="TextBox 5">
            <a:extLst>
              <a:ext uri="{FF2B5EF4-FFF2-40B4-BE49-F238E27FC236}">
                <a16:creationId xmlns:a16="http://schemas.microsoft.com/office/drawing/2014/main" id="{BDDB145C-D513-086A-5CBB-4D61688A4382}"/>
              </a:ext>
            </a:extLst>
          </p:cNvPr>
          <p:cNvSpPr txBox="1"/>
          <p:nvPr/>
        </p:nvSpPr>
        <p:spPr>
          <a:xfrm>
            <a:off x="145471" y="1360871"/>
            <a:ext cx="8873837" cy="1200329"/>
          </a:xfrm>
          <a:prstGeom prst="rect">
            <a:avLst/>
          </a:prstGeom>
          <a:noFill/>
        </p:spPr>
        <p:txBody>
          <a:bodyPr wrap="square">
            <a:spAutoFit/>
          </a:bodyPr>
          <a:lstStyle/>
          <a:p>
            <a:endParaRPr lang="en-IN" dirty="0"/>
          </a:p>
          <a:p>
            <a:endParaRPr lang="en-IN" dirty="0"/>
          </a:p>
          <a:p>
            <a:endParaRPr lang="en-IN" dirty="0"/>
          </a:p>
          <a:p>
            <a:r>
              <a:rPr lang="en-IN" dirty="0"/>
              <a:t>2. Enter the default username as root and password as </a:t>
            </a:r>
            <a:r>
              <a:rPr lang="en-IN" dirty="0" err="1"/>
              <a:t>toor</a:t>
            </a:r>
            <a:r>
              <a:rPr lang="en-IN" dirty="0"/>
              <a:t> when prompted.</a:t>
            </a:r>
          </a:p>
        </p:txBody>
      </p:sp>
      <p:pic>
        <p:nvPicPr>
          <p:cNvPr id="3074" name="Picture 2">
            <a:extLst>
              <a:ext uri="{FF2B5EF4-FFF2-40B4-BE49-F238E27FC236}">
                <a16:creationId xmlns:a16="http://schemas.microsoft.com/office/drawing/2014/main" id="{D3925728-5078-4963-96D1-1C780DAF1A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441" y="2612679"/>
            <a:ext cx="6967104" cy="3683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9941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39BD-1390-80D8-8F6A-E9A5C318C7AF}"/>
              </a:ext>
            </a:extLst>
          </p:cNvPr>
          <p:cNvSpPr>
            <a:spLocks noGrp="1"/>
          </p:cNvSpPr>
          <p:nvPr>
            <p:ph type="title"/>
          </p:nvPr>
        </p:nvSpPr>
        <p:spPr/>
        <p:txBody>
          <a:bodyPr/>
          <a:lstStyle/>
          <a:p>
            <a:r>
              <a:rPr lang="en-IN" dirty="0"/>
              <a:t>Lab experiment – 7</a:t>
            </a:r>
            <a:br>
              <a:rPr lang="en-IN" dirty="0"/>
            </a:br>
            <a:r>
              <a:rPr lang="en-IN" sz="2800" dirty="0"/>
              <a:t>Reset windows admin password</a:t>
            </a:r>
          </a:p>
        </p:txBody>
      </p:sp>
      <p:sp>
        <p:nvSpPr>
          <p:cNvPr id="3" name="Slide Number Placeholder 2">
            <a:extLst>
              <a:ext uri="{FF2B5EF4-FFF2-40B4-BE49-F238E27FC236}">
                <a16:creationId xmlns:a16="http://schemas.microsoft.com/office/drawing/2014/main" id="{7CCC66A9-3BC5-FCFA-A6CD-2638BAE12184}"/>
              </a:ext>
            </a:extLst>
          </p:cNvPr>
          <p:cNvSpPr>
            <a:spLocks noGrp="1"/>
          </p:cNvSpPr>
          <p:nvPr>
            <p:ph type="sldNum" sz="quarter" idx="11"/>
          </p:nvPr>
        </p:nvSpPr>
        <p:spPr/>
        <p:txBody>
          <a:bodyPr/>
          <a:lstStyle/>
          <a:p>
            <a:fld id="{8C2E478F-E849-4A8C-AF1F-CBCC78A7CBFA}" type="slidenum">
              <a:rPr lang="en-US" smtClean="0"/>
              <a:t>10</a:t>
            </a:fld>
            <a:endParaRPr lang="en-US" dirty="0"/>
          </a:p>
        </p:txBody>
      </p:sp>
      <p:sp>
        <p:nvSpPr>
          <p:cNvPr id="9" name="TextBox 8">
            <a:extLst>
              <a:ext uri="{FF2B5EF4-FFF2-40B4-BE49-F238E27FC236}">
                <a16:creationId xmlns:a16="http://schemas.microsoft.com/office/drawing/2014/main" id="{812AE8D9-6F0A-7FDF-6E11-4928FA0BE359}"/>
              </a:ext>
            </a:extLst>
          </p:cNvPr>
          <p:cNvSpPr txBox="1"/>
          <p:nvPr/>
        </p:nvSpPr>
        <p:spPr>
          <a:xfrm>
            <a:off x="220807" y="1591704"/>
            <a:ext cx="6094268" cy="369332"/>
          </a:xfrm>
          <a:prstGeom prst="rect">
            <a:avLst/>
          </a:prstGeom>
          <a:noFill/>
        </p:spPr>
        <p:txBody>
          <a:bodyPr wrap="square">
            <a:spAutoFit/>
          </a:bodyPr>
          <a:lstStyle/>
          <a:p>
            <a:pPr algn="l"/>
            <a:r>
              <a:rPr lang="en-US" b="1" i="0" dirty="0">
                <a:solidFill>
                  <a:srgbClr val="434343"/>
                </a:solidFill>
                <a:effectLst/>
                <a:latin typeface="verdana" panose="020B0604030504040204" pitchFamily="34" charset="0"/>
              </a:rPr>
              <a:t>Reset Windows 10 Local Password</a:t>
            </a:r>
          </a:p>
        </p:txBody>
      </p:sp>
      <p:sp>
        <p:nvSpPr>
          <p:cNvPr id="6" name="TextBox 5">
            <a:extLst>
              <a:ext uri="{FF2B5EF4-FFF2-40B4-BE49-F238E27FC236}">
                <a16:creationId xmlns:a16="http://schemas.microsoft.com/office/drawing/2014/main" id="{BDDB145C-D513-086A-5CBB-4D61688A4382}"/>
              </a:ext>
            </a:extLst>
          </p:cNvPr>
          <p:cNvSpPr txBox="1"/>
          <p:nvPr/>
        </p:nvSpPr>
        <p:spPr>
          <a:xfrm>
            <a:off x="145471" y="1360871"/>
            <a:ext cx="11002962" cy="1477328"/>
          </a:xfrm>
          <a:prstGeom prst="rect">
            <a:avLst/>
          </a:prstGeom>
          <a:noFill/>
        </p:spPr>
        <p:txBody>
          <a:bodyPr wrap="square">
            <a:spAutoFit/>
          </a:bodyPr>
          <a:lstStyle/>
          <a:p>
            <a:endParaRPr lang="en-IN" dirty="0"/>
          </a:p>
          <a:p>
            <a:endParaRPr lang="en-IN" dirty="0"/>
          </a:p>
          <a:p>
            <a:endParaRPr lang="en-US" dirty="0"/>
          </a:p>
          <a:p>
            <a:r>
              <a:rPr lang="en-US" dirty="0"/>
              <a:t>3. Open File Manager and navigate to the directory where the SAM is saved. This file is usually located in /Windows/System32/Config. Right-click a blank space in File Manager, and select Open Terminal Here.</a:t>
            </a:r>
            <a:endParaRPr lang="en-IN" dirty="0"/>
          </a:p>
        </p:txBody>
      </p:sp>
      <p:pic>
        <p:nvPicPr>
          <p:cNvPr id="4098" name="Picture 2">
            <a:extLst>
              <a:ext uri="{FF2B5EF4-FFF2-40B4-BE49-F238E27FC236}">
                <a16:creationId xmlns:a16="http://schemas.microsoft.com/office/drawing/2014/main" id="{18AC0705-42A0-3147-3FBB-6B267B5F06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39" y="2838199"/>
            <a:ext cx="9481270" cy="3697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9754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39BD-1390-80D8-8F6A-E9A5C318C7AF}"/>
              </a:ext>
            </a:extLst>
          </p:cNvPr>
          <p:cNvSpPr>
            <a:spLocks noGrp="1"/>
          </p:cNvSpPr>
          <p:nvPr>
            <p:ph type="title"/>
          </p:nvPr>
        </p:nvSpPr>
        <p:spPr/>
        <p:txBody>
          <a:bodyPr/>
          <a:lstStyle/>
          <a:p>
            <a:r>
              <a:rPr lang="en-IN" dirty="0"/>
              <a:t>Lab experiment – 7</a:t>
            </a:r>
            <a:br>
              <a:rPr lang="en-IN" dirty="0"/>
            </a:br>
            <a:r>
              <a:rPr lang="en-IN" sz="2800" dirty="0"/>
              <a:t>Reset windows admin password</a:t>
            </a:r>
          </a:p>
        </p:txBody>
      </p:sp>
      <p:sp>
        <p:nvSpPr>
          <p:cNvPr id="3" name="Slide Number Placeholder 2">
            <a:extLst>
              <a:ext uri="{FF2B5EF4-FFF2-40B4-BE49-F238E27FC236}">
                <a16:creationId xmlns:a16="http://schemas.microsoft.com/office/drawing/2014/main" id="{7CCC66A9-3BC5-FCFA-A6CD-2638BAE12184}"/>
              </a:ext>
            </a:extLst>
          </p:cNvPr>
          <p:cNvSpPr>
            <a:spLocks noGrp="1"/>
          </p:cNvSpPr>
          <p:nvPr>
            <p:ph type="sldNum" sz="quarter" idx="11"/>
          </p:nvPr>
        </p:nvSpPr>
        <p:spPr/>
        <p:txBody>
          <a:bodyPr/>
          <a:lstStyle/>
          <a:p>
            <a:fld id="{8C2E478F-E849-4A8C-AF1F-CBCC78A7CBFA}" type="slidenum">
              <a:rPr lang="en-US" smtClean="0"/>
              <a:t>11</a:t>
            </a:fld>
            <a:endParaRPr lang="en-US" dirty="0"/>
          </a:p>
        </p:txBody>
      </p:sp>
      <p:sp>
        <p:nvSpPr>
          <p:cNvPr id="9" name="TextBox 8">
            <a:extLst>
              <a:ext uri="{FF2B5EF4-FFF2-40B4-BE49-F238E27FC236}">
                <a16:creationId xmlns:a16="http://schemas.microsoft.com/office/drawing/2014/main" id="{812AE8D9-6F0A-7FDF-6E11-4928FA0BE359}"/>
              </a:ext>
            </a:extLst>
          </p:cNvPr>
          <p:cNvSpPr txBox="1"/>
          <p:nvPr/>
        </p:nvSpPr>
        <p:spPr>
          <a:xfrm>
            <a:off x="220807" y="1591704"/>
            <a:ext cx="6094268" cy="369332"/>
          </a:xfrm>
          <a:prstGeom prst="rect">
            <a:avLst/>
          </a:prstGeom>
          <a:noFill/>
        </p:spPr>
        <p:txBody>
          <a:bodyPr wrap="square">
            <a:spAutoFit/>
          </a:bodyPr>
          <a:lstStyle/>
          <a:p>
            <a:pPr algn="l"/>
            <a:r>
              <a:rPr lang="en-US" b="1" i="0" dirty="0">
                <a:solidFill>
                  <a:srgbClr val="434343"/>
                </a:solidFill>
                <a:effectLst/>
                <a:latin typeface="verdana" panose="020B0604030504040204" pitchFamily="34" charset="0"/>
              </a:rPr>
              <a:t>Reset Windows 10 Local Password</a:t>
            </a:r>
          </a:p>
        </p:txBody>
      </p:sp>
      <p:sp>
        <p:nvSpPr>
          <p:cNvPr id="6" name="TextBox 5">
            <a:extLst>
              <a:ext uri="{FF2B5EF4-FFF2-40B4-BE49-F238E27FC236}">
                <a16:creationId xmlns:a16="http://schemas.microsoft.com/office/drawing/2014/main" id="{BDDB145C-D513-086A-5CBB-4D61688A4382}"/>
              </a:ext>
            </a:extLst>
          </p:cNvPr>
          <p:cNvSpPr txBox="1"/>
          <p:nvPr/>
        </p:nvSpPr>
        <p:spPr>
          <a:xfrm>
            <a:off x="145471" y="1360871"/>
            <a:ext cx="11002962" cy="1200329"/>
          </a:xfrm>
          <a:prstGeom prst="rect">
            <a:avLst/>
          </a:prstGeom>
          <a:noFill/>
        </p:spPr>
        <p:txBody>
          <a:bodyPr wrap="square">
            <a:spAutoFit/>
          </a:bodyPr>
          <a:lstStyle/>
          <a:p>
            <a:endParaRPr lang="en-IN" dirty="0"/>
          </a:p>
          <a:p>
            <a:endParaRPr lang="en-IN" dirty="0"/>
          </a:p>
          <a:p>
            <a:endParaRPr lang="en-US" dirty="0"/>
          </a:p>
          <a:p>
            <a:r>
              <a:rPr lang="en-US" dirty="0"/>
              <a:t>4. Type the command: </a:t>
            </a:r>
            <a:r>
              <a:rPr lang="en-US" dirty="0" err="1"/>
              <a:t>chntpw</a:t>
            </a:r>
            <a:r>
              <a:rPr lang="en-US" dirty="0"/>
              <a:t> -l SAM. It shows the list of usernames found in the SAM on your Windows 10 OS.</a:t>
            </a:r>
          </a:p>
        </p:txBody>
      </p:sp>
      <p:pic>
        <p:nvPicPr>
          <p:cNvPr id="5122" name="Picture 2">
            <a:extLst>
              <a:ext uri="{FF2B5EF4-FFF2-40B4-BE49-F238E27FC236}">
                <a16:creationId xmlns:a16="http://schemas.microsoft.com/office/drawing/2014/main" id="{431EE743-1737-5CBE-DAD9-1C53842EE6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519" y="2694526"/>
            <a:ext cx="8055552" cy="3874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453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39BD-1390-80D8-8F6A-E9A5C318C7AF}"/>
              </a:ext>
            </a:extLst>
          </p:cNvPr>
          <p:cNvSpPr>
            <a:spLocks noGrp="1"/>
          </p:cNvSpPr>
          <p:nvPr>
            <p:ph type="title"/>
          </p:nvPr>
        </p:nvSpPr>
        <p:spPr/>
        <p:txBody>
          <a:bodyPr/>
          <a:lstStyle/>
          <a:p>
            <a:r>
              <a:rPr lang="en-IN" dirty="0"/>
              <a:t>Lab experiment – 7</a:t>
            </a:r>
            <a:br>
              <a:rPr lang="en-IN" dirty="0"/>
            </a:br>
            <a:r>
              <a:rPr lang="en-IN" sz="2800" dirty="0"/>
              <a:t>Reset windows admin password</a:t>
            </a:r>
          </a:p>
        </p:txBody>
      </p:sp>
      <p:sp>
        <p:nvSpPr>
          <p:cNvPr id="3" name="Slide Number Placeholder 2">
            <a:extLst>
              <a:ext uri="{FF2B5EF4-FFF2-40B4-BE49-F238E27FC236}">
                <a16:creationId xmlns:a16="http://schemas.microsoft.com/office/drawing/2014/main" id="{7CCC66A9-3BC5-FCFA-A6CD-2638BAE12184}"/>
              </a:ext>
            </a:extLst>
          </p:cNvPr>
          <p:cNvSpPr>
            <a:spLocks noGrp="1"/>
          </p:cNvSpPr>
          <p:nvPr>
            <p:ph type="sldNum" sz="quarter" idx="11"/>
          </p:nvPr>
        </p:nvSpPr>
        <p:spPr/>
        <p:txBody>
          <a:bodyPr/>
          <a:lstStyle/>
          <a:p>
            <a:fld id="{8C2E478F-E849-4A8C-AF1F-CBCC78A7CBFA}" type="slidenum">
              <a:rPr lang="en-US" smtClean="0"/>
              <a:t>12</a:t>
            </a:fld>
            <a:endParaRPr lang="en-US" dirty="0"/>
          </a:p>
        </p:txBody>
      </p:sp>
      <p:sp>
        <p:nvSpPr>
          <p:cNvPr id="9" name="TextBox 8">
            <a:extLst>
              <a:ext uri="{FF2B5EF4-FFF2-40B4-BE49-F238E27FC236}">
                <a16:creationId xmlns:a16="http://schemas.microsoft.com/office/drawing/2014/main" id="{812AE8D9-6F0A-7FDF-6E11-4928FA0BE359}"/>
              </a:ext>
            </a:extLst>
          </p:cNvPr>
          <p:cNvSpPr txBox="1"/>
          <p:nvPr/>
        </p:nvSpPr>
        <p:spPr>
          <a:xfrm>
            <a:off x="220807" y="1591704"/>
            <a:ext cx="6094268" cy="369332"/>
          </a:xfrm>
          <a:prstGeom prst="rect">
            <a:avLst/>
          </a:prstGeom>
          <a:noFill/>
        </p:spPr>
        <p:txBody>
          <a:bodyPr wrap="square">
            <a:spAutoFit/>
          </a:bodyPr>
          <a:lstStyle/>
          <a:p>
            <a:pPr algn="l"/>
            <a:r>
              <a:rPr lang="en-US" b="1" i="0" dirty="0">
                <a:solidFill>
                  <a:srgbClr val="434343"/>
                </a:solidFill>
                <a:effectLst/>
                <a:latin typeface="verdana" panose="020B0604030504040204" pitchFamily="34" charset="0"/>
              </a:rPr>
              <a:t>Reset Windows 10 Local Password</a:t>
            </a:r>
          </a:p>
        </p:txBody>
      </p:sp>
      <p:sp>
        <p:nvSpPr>
          <p:cNvPr id="6" name="TextBox 5">
            <a:extLst>
              <a:ext uri="{FF2B5EF4-FFF2-40B4-BE49-F238E27FC236}">
                <a16:creationId xmlns:a16="http://schemas.microsoft.com/office/drawing/2014/main" id="{BDDB145C-D513-086A-5CBB-4D61688A4382}"/>
              </a:ext>
            </a:extLst>
          </p:cNvPr>
          <p:cNvSpPr txBox="1"/>
          <p:nvPr/>
        </p:nvSpPr>
        <p:spPr>
          <a:xfrm>
            <a:off x="145470" y="1360871"/>
            <a:ext cx="11606647" cy="1477328"/>
          </a:xfrm>
          <a:prstGeom prst="rect">
            <a:avLst/>
          </a:prstGeom>
          <a:noFill/>
        </p:spPr>
        <p:txBody>
          <a:bodyPr wrap="square">
            <a:spAutoFit/>
          </a:bodyPr>
          <a:lstStyle/>
          <a:p>
            <a:endParaRPr lang="en-IN" dirty="0"/>
          </a:p>
          <a:p>
            <a:endParaRPr lang="en-IN" dirty="0"/>
          </a:p>
          <a:p>
            <a:endParaRPr lang="en-US" dirty="0"/>
          </a:p>
          <a:p>
            <a:r>
              <a:rPr lang="en-US" dirty="0"/>
              <a:t>5. Simply run the </a:t>
            </a:r>
            <a:r>
              <a:rPr lang="en-US" dirty="0" err="1"/>
              <a:t>chntpw</a:t>
            </a:r>
            <a:r>
              <a:rPr lang="en-US" dirty="0"/>
              <a:t> -u username SAM command to reset your lost password. Note: where username is the name of your actual Windows account. For example, my username is test, I should type </a:t>
            </a:r>
            <a:r>
              <a:rPr lang="en-US" dirty="0" err="1"/>
              <a:t>chntpw</a:t>
            </a:r>
            <a:r>
              <a:rPr lang="en-US" dirty="0"/>
              <a:t> -u test SAM after that hit Enter.</a:t>
            </a:r>
          </a:p>
        </p:txBody>
      </p:sp>
      <p:pic>
        <p:nvPicPr>
          <p:cNvPr id="6146" name="Picture 2">
            <a:extLst>
              <a:ext uri="{FF2B5EF4-FFF2-40B4-BE49-F238E27FC236}">
                <a16:creationId xmlns:a16="http://schemas.microsoft.com/office/drawing/2014/main" id="{BD290880-F8E8-DEC3-E1DC-380D06ED12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659" y="2976851"/>
            <a:ext cx="9658350"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3014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39BD-1390-80D8-8F6A-E9A5C318C7AF}"/>
              </a:ext>
            </a:extLst>
          </p:cNvPr>
          <p:cNvSpPr>
            <a:spLocks noGrp="1"/>
          </p:cNvSpPr>
          <p:nvPr>
            <p:ph type="title"/>
          </p:nvPr>
        </p:nvSpPr>
        <p:spPr/>
        <p:txBody>
          <a:bodyPr/>
          <a:lstStyle/>
          <a:p>
            <a:r>
              <a:rPr lang="en-IN" dirty="0"/>
              <a:t>Lab experiment – 7</a:t>
            </a:r>
            <a:br>
              <a:rPr lang="en-IN" dirty="0"/>
            </a:br>
            <a:r>
              <a:rPr lang="en-IN" sz="2800" dirty="0"/>
              <a:t>Reset windows admin password</a:t>
            </a:r>
          </a:p>
        </p:txBody>
      </p:sp>
      <p:sp>
        <p:nvSpPr>
          <p:cNvPr id="3" name="Slide Number Placeholder 2">
            <a:extLst>
              <a:ext uri="{FF2B5EF4-FFF2-40B4-BE49-F238E27FC236}">
                <a16:creationId xmlns:a16="http://schemas.microsoft.com/office/drawing/2014/main" id="{7CCC66A9-3BC5-FCFA-A6CD-2638BAE12184}"/>
              </a:ext>
            </a:extLst>
          </p:cNvPr>
          <p:cNvSpPr>
            <a:spLocks noGrp="1"/>
          </p:cNvSpPr>
          <p:nvPr>
            <p:ph type="sldNum" sz="quarter" idx="11"/>
          </p:nvPr>
        </p:nvSpPr>
        <p:spPr/>
        <p:txBody>
          <a:bodyPr/>
          <a:lstStyle/>
          <a:p>
            <a:fld id="{8C2E478F-E849-4A8C-AF1F-CBCC78A7CBFA}" type="slidenum">
              <a:rPr lang="en-US" smtClean="0"/>
              <a:t>13</a:t>
            </a:fld>
            <a:endParaRPr lang="en-US" dirty="0"/>
          </a:p>
        </p:txBody>
      </p:sp>
      <p:sp>
        <p:nvSpPr>
          <p:cNvPr id="9" name="TextBox 8">
            <a:extLst>
              <a:ext uri="{FF2B5EF4-FFF2-40B4-BE49-F238E27FC236}">
                <a16:creationId xmlns:a16="http://schemas.microsoft.com/office/drawing/2014/main" id="{812AE8D9-6F0A-7FDF-6E11-4928FA0BE359}"/>
              </a:ext>
            </a:extLst>
          </p:cNvPr>
          <p:cNvSpPr txBox="1"/>
          <p:nvPr/>
        </p:nvSpPr>
        <p:spPr>
          <a:xfrm>
            <a:off x="220807" y="1591704"/>
            <a:ext cx="6094268" cy="369332"/>
          </a:xfrm>
          <a:prstGeom prst="rect">
            <a:avLst/>
          </a:prstGeom>
          <a:noFill/>
        </p:spPr>
        <p:txBody>
          <a:bodyPr wrap="square">
            <a:spAutoFit/>
          </a:bodyPr>
          <a:lstStyle/>
          <a:p>
            <a:pPr algn="l"/>
            <a:r>
              <a:rPr lang="en-US" b="1" i="0" dirty="0">
                <a:solidFill>
                  <a:srgbClr val="434343"/>
                </a:solidFill>
                <a:effectLst/>
                <a:latin typeface="verdana" panose="020B0604030504040204" pitchFamily="34" charset="0"/>
              </a:rPr>
              <a:t>Reset Windows 10 Local Password</a:t>
            </a:r>
          </a:p>
        </p:txBody>
      </p:sp>
      <p:sp>
        <p:nvSpPr>
          <p:cNvPr id="6" name="TextBox 5">
            <a:extLst>
              <a:ext uri="{FF2B5EF4-FFF2-40B4-BE49-F238E27FC236}">
                <a16:creationId xmlns:a16="http://schemas.microsoft.com/office/drawing/2014/main" id="{BDDB145C-D513-086A-5CBB-4D61688A4382}"/>
              </a:ext>
            </a:extLst>
          </p:cNvPr>
          <p:cNvSpPr txBox="1"/>
          <p:nvPr/>
        </p:nvSpPr>
        <p:spPr>
          <a:xfrm>
            <a:off x="220807" y="2098626"/>
            <a:ext cx="11606647" cy="369332"/>
          </a:xfrm>
          <a:prstGeom prst="rect">
            <a:avLst/>
          </a:prstGeom>
          <a:noFill/>
        </p:spPr>
        <p:txBody>
          <a:bodyPr wrap="square">
            <a:spAutoFit/>
          </a:bodyPr>
          <a:lstStyle/>
          <a:p>
            <a:r>
              <a:rPr lang="en-US" dirty="0"/>
              <a:t>6. Press 1 for clearing the previously set Windows password.</a:t>
            </a:r>
          </a:p>
        </p:txBody>
      </p:sp>
      <p:pic>
        <p:nvPicPr>
          <p:cNvPr id="7170" name="Picture 2">
            <a:extLst>
              <a:ext uri="{FF2B5EF4-FFF2-40B4-BE49-F238E27FC236}">
                <a16:creationId xmlns:a16="http://schemas.microsoft.com/office/drawing/2014/main" id="{64F902F5-8459-1F13-8B0C-9BBA4CCD11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658" y="2605548"/>
            <a:ext cx="8182841" cy="40290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914A829-08EB-59FE-CF4E-D96F3796A5CE}"/>
              </a:ext>
            </a:extLst>
          </p:cNvPr>
          <p:cNvSpPr txBox="1"/>
          <p:nvPr/>
        </p:nvSpPr>
        <p:spPr>
          <a:xfrm>
            <a:off x="9050481" y="3429000"/>
            <a:ext cx="2335357" cy="2585323"/>
          </a:xfrm>
          <a:prstGeom prst="rect">
            <a:avLst/>
          </a:prstGeom>
          <a:noFill/>
        </p:spPr>
        <p:txBody>
          <a:bodyPr wrap="square">
            <a:spAutoFit/>
          </a:bodyPr>
          <a:lstStyle/>
          <a:p>
            <a:r>
              <a:rPr lang="en-IN" dirty="0"/>
              <a:t>7. Press y when asked if you want to save the changes to the SAM hive. Now, Reboot your computer and unplug the USB drive, you will see Window 10 automatically login without password</a:t>
            </a:r>
          </a:p>
        </p:txBody>
      </p:sp>
    </p:spTree>
    <p:extLst>
      <p:ext uri="{BB962C8B-B14F-4D97-AF65-F5344CB8AC3E}">
        <p14:creationId xmlns:p14="http://schemas.microsoft.com/office/powerpoint/2010/main" val="1819846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7706BE-EF2E-459C-8778-01DDD354C634}"/>
              </a:ext>
            </a:extLst>
          </p:cNvPr>
          <p:cNvSpPr>
            <a:spLocks noGrp="1"/>
          </p:cNvSpPr>
          <p:nvPr>
            <p:ph type="title"/>
          </p:nvPr>
        </p:nvSpPr>
        <p:spPr>
          <a:xfrm>
            <a:off x="588194" y="2503621"/>
            <a:ext cx="11015612" cy="1499321"/>
          </a:xfrm>
        </p:spPr>
        <p:txBody>
          <a:bodyPr>
            <a:normAutofit/>
          </a:bodyPr>
          <a:lstStyle/>
          <a:p>
            <a:r>
              <a:rPr lang="en-US" dirty="0"/>
              <a:t>THANK YOU</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Custom">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6" id="{F29F8A39-B164-48DE-8679-C1E0FA712C55}" vid="{1418A303-323D-4295-BD7D-7498821174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CDF8656-0242-4B63-8FCA-04D06A7F29A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A6116A8-BE46-4D3A-804C-09C6ADBA2EDF}">
  <ds:schemaRefs>
    <ds:schemaRef ds:uri="http://schemas.microsoft.com/sharepoint/v3/contenttype/forms"/>
  </ds:schemaRefs>
</ds:datastoreItem>
</file>

<file path=customXml/itemProps3.xml><?xml version="1.0" encoding="utf-8"?>
<ds:datastoreItem xmlns:ds="http://schemas.openxmlformats.org/officeDocument/2006/customXml" ds:itemID="{D074DCF7-C5F7-4553-B05A-90B884BF24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Tech presentation</Template>
  <TotalTime>179</TotalTime>
  <Words>1425</Words>
  <Application>Microsoft Office PowerPoint</Application>
  <PresentationFormat>Widescreen</PresentationFormat>
  <Paragraphs>100</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Noto Sans</vt:lpstr>
      <vt:lpstr>verdana</vt:lpstr>
      <vt:lpstr>Wingdings</vt:lpstr>
      <vt:lpstr>Custom</vt:lpstr>
      <vt:lpstr>Application and websecurity</vt:lpstr>
      <vt:lpstr>Lab experiment – 7 Reset windows admin password</vt:lpstr>
      <vt:lpstr>Lab experiment – 7 Reset windows admin password</vt:lpstr>
      <vt:lpstr>Lab experiment – 7 Reset windows admin password</vt:lpstr>
      <vt:lpstr>Lab experiment – 7 Reset windows admin password</vt:lpstr>
      <vt:lpstr>Lab experiment – 7 Reset windows admin password</vt:lpstr>
      <vt:lpstr>Lab experiment – 7 Reset windows admin password</vt:lpstr>
      <vt:lpstr>Lab experiment – 7 Reset windows admin password</vt:lpstr>
      <vt:lpstr>Lab experiment – 7 Reset windows admin password</vt:lpstr>
      <vt:lpstr>Lab experiment – 7 Reset windows admin password</vt:lpstr>
      <vt:lpstr>Lab experiment – 7 Reset windows admin password</vt:lpstr>
      <vt:lpstr>Lab experiment – 7 Reset windows admin password</vt:lpstr>
      <vt:lpstr>Lab experiment – 7 Reset windows admin password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and websecurity</dc:title>
  <dc:creator>ayush saxena</dc:creator>
  <cp:lastModifiedBy>ayush saxena</cp:lastModifiedBy>
  <cp:revision>1</cp:revision>
  <dcterms:created xsi:type="dcterms:W3CDTF">2023-10-21T12:11:47Z</dcterms:created>
  <dcterms:modified xsi:type="dcterms:W3CDTF">2023-11-12T18:18:18Z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